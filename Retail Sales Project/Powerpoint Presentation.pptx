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F0CF0D-464B-4743-A442-0DE58091D9BD}" v="45" dt="2026-05-15T00:48:18.040"/>
    <p1510:client id="{B4A72A32-FAA4-473D-BB95-5ABAFA2C6E90}" v="3" dt="2026-05-14T23:25:05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_ Nyabuto" userId="de7d4a1065fab06a" providerId="LiveId" clId="{1DF12B70-FCDA-45B6-8265-91C62AD6C63B}"/>
    <pc:docChg chg="undo redo custSel addSld delSld modSld modMainMaster">
      <pc:chgData name="_ Nyabuto" userId="de7d4a1065fab06a" providerId="LiveId" clId="{1DF12B70-FCDA-45B6-8265-91C62AD6C63B}" dt="2026-05-15T10:12:22.602" v="732" actId="20577"/>
      <pc:docMkLst>
        <pc:docMk/>
      </pc:docMkLst>
      <pc:sldChg chg="modTransition">
        <pc:chgData name="_ Nyabuto" userId="de7d4a1065fab06a" providerId="LiveId" clId="{1DF12B70-FCDA-45B6-8265-91C62AD6C63B}" dt="2026-05-15T00:48:18.040" v="706"/>
        <pc:sldMkLst>
          <pc:docMk/>
          <pc:sldMk cId="0" sldId="256"/>
        </pc:sldMkLst>
      </pc:sldChg>
      <pc:sldChg chg="modTransition">
        <pc:chgData name="_ Nyabuto" userId="de7d4a1065fab06a" providerId="LiveId" clId="{1DF12B70-FCDA-45B6-8265-91C62AD6C63B}" dt="2026-05-15T00:48:18.040" v="706"/>
        <pc:sldMkLst>
          <pc:docMk/>
          <pc:sldMk cId="0" sldId="257"/>
        </pc:sldMkLst>
      </pc:sldChg>
      <pc:sldChg chg="modTransition">
        <pc:chgData name="_ Nyabuto" userId="de7d4a1065fab06a" providerId="LiveId" clId="{1DF12B70-FCDA-45B6-8265-91C62AD6C63B}" dt="2026-05-15T00:48:18.040" v="706"/>
        <pc:sldMkLst>
          <pc:docMk/>
          <pc:sldMk cId="0" sldId="258"/>
        </pc:sldMkLst>
      </pc:sldChg>
      <pc:sldChg chg="modSp mod modTransition">
        <pc:chgData name="_ Nyabuto" userId="de7d4a1065fab06a" providerId="LiveId" clId="{1DF12B70-FCDA-45B6-8265-91C62AD6C63B}" dt="2026-05-15T00:48:18.040" v="706"/>
        <pc:sldMkLst>
          <pc:docMk/>
          <pc:sldMk cId="0" sldId="259"/>
        </pc:sldMkLst>
        <pc:spChg chg="mod">
          <ac:chgData name="_ Nyabuto" userId="de7d4a1065fab06a" providerId="LiveId" clId="{1DF12B70-FCDA-45B6-8265-91C62AD6C63B}" dt="2026-05-15T00:47:58.035" v="703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 modTransition">
        <pc:chgData name="_ Nyabuto" userId="de7d4a1065fab06a" providerId="LiveId" clId="{1DF12B70-FCDA-45B6-8265-91C62AD6C63B}" dt="2026-05-15T00:48:18.040" v="706"/>
        <pc:sldMkLst>
          <pc:docMk/>
          <pc:sldMk cId="0" sldId="260"/>
        </pc:sldMkLst>
        <pc:spChg chg="mod">
          <ac:chgData name="_ Nyabuto" userId="de7d4a1065fab06a" providerId="LiveId" clId="{1DF12B70-FCDA-45B6-8265-91C62AD6C63B}" dt="2026-05-15T00:14:58.491" v="242" actId="1076"/>
          <ac:spMkLst>
            <pc:docMk/>
            <pc:sldMk cId="0" sldId="260"/>
            <ac:spMk id="6" creationId="{00000000-0000-0000-0000-000000000000}"/>
          </ac:spMkLst>
        </pc:spChg>
        <pc:graphicFrameChg chg="mod">
          <ac:chgData name="_ Nyabuto" userId="de7d4a1065fab06a" providerId="LiveId" clId="{1DF12B70-FCDA-45B6-8265-91C62AD6C63B}" dt="2026-05-15T00:15:06.725" v="243"/>
          <ac:graphicFrameMkLst>
            <pc:docMk/>
            <pc:sldMk cId="0" sldId="260"/>
            <ac:graphicFrameMk id="5" creationId="{00000000-0000-0000-0000-000000000000}"/>
          </ac:graphicFrameMkLst>
        </pc:graphicFrameChg>
      </pc:sldChg>
      <pc:sldChg chg="modTransition">
        <pc:chgData name="_ Nyabuto" userId="de7d4a1065fab06a" providerId="LiveId" clId="{1DF12B70-FCDA-45B6-8265-91C62AD6C63B}" dt="2026-05-15T00:48:18.040" v="706"/>
        <pc:sldMkLst>
          <pc:docMk/>
          <pc:sldMk cId="0" sldId="261"/>
        </pc:sldMkLst>
      </pc:sldChg>
      <pc:sldChg chg="addSp delSp modSp mod modTransition">
        <pc:chgData name="_ Nyabuto" userId="de7d4a1065fab06a" providerId="LiveId" clId="{1DF12B70-FCDA-45B6-8265-91C62AD6C63B}" dt="2026-05-15T00:48:18.040" v="706"/>
        <pc:sldMkLst>
          <pc:docMk/>
          <pc:sldMk cId="0" sldId="262"/>
        </pc:sldMkLst>
        <pc:spChg chg="mod">
          <ac:chgData name="_ Nyabuto" userId="de7d4a1065fab06a" providerId="LiveId" clId="{1DF12B70-FCDA-45B6-8265-91C62AD6C63B}" dt="2026-05-15T00:18:08.560" v="257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_ Nyabuto" userId="de7d4a1065fab06a" providerId="LiveId" clId="{1DF12B70-FCDA-45B6-8265-91C62AD6C63B}" dt="2026-05-15T00:01:02.350" v="125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_ Nyabuto" userId="de7d4a1065fab06a" providerId="LiveId" clId="{1DF12B70-FCDA-45B6-8265-91C62AD6C63B}" dt="2026-05-15T00:06:51.003" v="173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_ Nyabuto" userId="de7d4a1065fab06a" providerId="LiveId" clId="{1DF12B70-FCDA-45B6-8265-91C62AD6C63B}" dt="2026-05-15T00:00:57.144" v="124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_ Nyabuto" userId="de7d4a1065fab06a" providerId="LiveId" clId="{1DF12B70-FCDA-45B6-8265-91C62AD6C63B}" dt="2026-05-15T00:03:19.540" v="135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_ Nyabuto" userId="de7d4a1065fab06a" providerId="LiveId" clId="{1DF12B70-FCDA-45B6-8265-91C62AD6C63B}" dt="2026-05-15T00:03:29.525" v="136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_ Nyabuto" userId="de7d4a1065fab06a" providerId="LiveId" clId="{1DF12B70-FCDA-45B6-8265-91C62AD6C63B}" dt="2026-05-15T00:07:42.708" v="176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_ Nyabuto" userId="de7d4a1065fab06a" providerId="LiveId" clId="{1DF12B70-FCDA-45B6-8265-91C62AD6C63B}" dt="2026-05-15T00:07:42.708" v="176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_ Nyabuto" userId="de7d4a1065fab06a" providerId="LiveId" clId="{1DF12B70-FCDA-45B6-8265-91C62AD6C63B}" dt="2026-05-15T00:07:42.708" v="176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_ Nyabuto" userId="de7d4a1065fab06a" providerId="LiveId" clId="{1DF12B70-FCDA-45B6-8265-91C62AD6C63B}" dt="2026-05-15T00:07:42.708" v="176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_ Nyabuto" userId="de7d4a1065fab06a" providerId="LiveId" clId="{1DF12B70-FCDA-45B6-8265-91C62AD6C63B}" dt="2026-05-15T00:11:37.950" v="227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_ Nyabuto" userId="de7d4a1065fab06a" providerId="LiveId" clId="{1DF12B70-FCDA-45B6-8265-91C62AD6C63B}" dt="2026-05-15T00:04:46.954" v="147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_ Nyabuto" userId="de7d4a1065fab06a" providerId="LiveId" clId="{1DF12B70-FCDA-45B6-8265-91C62AD6C63B}" dt="2026-05-15T00:02:55.213" v="131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_ Nyabuto" userId="de7d4a1065fab06a" providerId="LiveId" clId="{1DF12B70-FCDA-45B6-8265-91C62AD6C63B}" dt="2026-05-15T00:02:55.213" v="131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_ Nyabuto" userId="de7d4a1065fab06a" providerId="LiveId" clId="{1DF12B70-FCDA-45B6-8265-91C62AD6C63B}" dt="2026-05-15T00:02:55.213" v="131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_ Nyabuto" userId="de7d4a1065fab06a" providerId="LiveId" clId="{1DF12B70-FCDA-45B6-8265-91C62AD6C63B}" dt="2026-05-15T00:03:03.474" v="132" actId="107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_ Nyabuto" userId="de7d4a1065fab06a" providerId="LiveId" clId="{1DF12B70-FCDA-45B6-8265-91C62AD6C63B}" dt="2026-05-14T23:51:55.632" v="94" actId="20577"/>
          <ac:spMkLst>
            <pc:docMk/>
            <pc:sldMk cId="0" sldId="262"/>
            <ac:spMk id="24" creationId="{00000000-0000-0000-0000-000000000000}"/>
          </ac:spMkLst>
        </pc:spChg>
        <pc:spChg chg="add mod">
          <ac:chgData name="_ Nyabuto" userId="de7d4a1065fab06a" providerId="LiveId" clId="{1DF12B70-FCDA-45B6-8265-91C62AD6C63B}" dt="2026-05-15T00:18:18.946" v="259" actId="1076"/>
          <ac:spMkLst>
            <pc:docMk/>
            <pc:sldMk cId="0" sldId="262"/>
            <ac:spMk id="26" creationId="{74D38DB6-02B4-B2E5-B58D-2135237407A4}"/>
          </ac:spMkLst>
        </pc:spChg>
        <pc:spChg chg="add mod">
          <ac:chgData name="_ Nyabuto" userId="de7d4a1065fab06a" providerId="LiveId" clId="{1DF12B70-FCDA-45B6-8265-91C62AD6C63B}" dt="2026-05-15T00:06:14.234" v="168" actId="1076"/>
          <ac:spMkLst>
            <pc:docMk/>
            <pc:sldMk cId="0" sldId="262"/>
            <ac:spMk id="27" creationId="{96F79D3A-01F5-101C-2D89-07D67274E92A}"/>
          </ac:spMkLst>
        </pc:spChg>
        <pc:spChg chg="add mod">
          <ac:chgData name="_ Nyabuto" userId="de7d4a1065fab06a" providerId="LiveId" clId="{1DF12B70-FCDA-45B6-8265-91C62AD6C63B}" dt="2026-05-15T00:04:31.153" v="144"/>
          <ac:spMkLst>
            <pc:docMk/>
            <pc:sldMk cId="0" sldId="262"/>
            <ac:spMk id="28" creationId="{3F0C66D6-088C-C6DD-409D-F176DCB8DA2F}"/>
          </ac:spMkLst>
        </pc:spChg>
        <pc:spChg chg="add mod">
          <ac:chgData name="_ Nyabuto" userId="de7d4a1065fab06a" providerId="LiveId" clId="{1DF12B70-FCDA-45B6-8265-91C62AD6C63B}" dt="2026-05-15T00:05:14.141" v="163" actId="20577"/>
          <ac:spMkLst>
            <pc:docMk/>
            <pc:sldMk cId="0" sldId="262"/>
            <ac:spMk id="29" creationId="{F65214F3-B2BD-A132-7B53-83326AB9F690}"/>
          </ac:spMkLst>
        </pc:spChg>
        <pc:spChg chg="add mod">
          <ac:chgData name="_ Nyabuto" userId="de7d4a1065fab06a" providerId="LiveId" clId="{1DF12B70-FCDA-45B6-8265-91C62AD6C63B}" dt="2026-05-15T00:11:02.722" v="226" actId="20577"/>
          <ac:spMkLst>
            <pc:docMk/>
            <pc:sldMk cId="0" sldId="262"/>
            <ac:spMk id="30" creationId="{4501A154-47B6-BED1-F36E-C65D21DEF570}"/>
          </ac:spMkLst>
        </pc:spChg>
        <pc:spChg chg="add mod">
          <ac:chgData name="_ Nyabuto" userId="de7d4a1065fab06a" providerId="LiveId" clId="{1DF12B70-FCDA-45B6-8265-91C62AD6C63B}" dt="2026-05-15T00:09:26.278" v="187" actId="1076"/>
          <ac:spMkLst>
            <pc:docMk/>
            <pc:sldMk cId="0" sldId="262"/>
            <ac:spMk id="31" creationId="{38D05EE3-3903-572E-4596-9B7ED333A1BE}"/>
          </ac:spMkLst>
        </pc:spChg>
        <pc:spChg chg="add mod">
          <ac:chgData name="_ Nyabuto" userId="de7d4a1065fab06a" providerId="LiveId" clId="{1DF12B70-FCDA-45B6-8265-91C62AD6C63B}" dt="2026-05-15T00:09:26.278" v="187" actId="1076"/>
          <ac:spMkLst>
            <pc:docMk/>
            <pc:sldMk cId="0" sldId="262"/>
            <ac:spMk id="32" creationId="{3C19AAFB-315E-D5C6-A8BE-D90DB3E84789}"/>
          </ac:spMkLst>
        </pc:spChg>
        <pc:spChg chg="add mod">
          <ac:chgData name="_ Nyabuto" userId="de7d4a1065fab06a" providerId="LiveId" clId="{1DF12B70-FCDA-45B6-8265-91C62AD6C63B}" dt="2026-05-15T00:09:26.278" v="187" actId="1076"/>
          <ac:spMkLst>
            <pc:docMk/>
            <pc:sldMk cId="0" sldId="262"/>
            <ac:spMk id="33" creationId="{E58A2A43-FABD-16BF-E034-53F788148171}"/>
          </ac:spMkLst>
        </pc:spChg>
        <pc:spChg chg="add mod">
          <ac:chgData name="_ Nyabuto" userId="de7d4a1065fab06a" providerId="LiveId" clId="{1DF12B70-FCDA-45B6-8265-91C62AD6C63B}" dt="2026-05-15T00:09:26.278" v="187" actId="1076"/>
          <ac:spMkLst>
            <pc:docMk/>
            <pc:sldMk cId="0" sldId="262"/>
            <ac:spMk id="34" creationId="{D875E446-758C-C475-9B86-BE39CDD86F71}"/>
          </ac:spMkLst>
        </pc:spChg>
        <pc:spChg chg="add mod">
          <ac:chgData name="_ Nyabuto" userId="de7d4a1065fab06a" providerId="LiveId" clId="{1DF12B70-FCDA-45B6-8265-91C62AD6C63B}" dt="2026-05-15T00:12:39.716" v="236" actId="14100"/>
          <ac:spMkLst>
            <pc:docMk/>
            <pc:sldMk cId="0" sldId="262"/>
            <ac:spMk id="35" creationId="{16959B8B-F936-5391-C907-93980189DED5}"/>
          </ac:spMkLst>
        </pc:spChg>
        <pc:spChg chg="add del mod">
          <ac:chgData name="_ Nyabuto" userId="de7d4a1065fab06a" providerId="LiveId" clId="{1DF12B70-FCDA-45B6-8265-91C62AD6C63B}" dt="2026-05-15T00:09:43.786" v="190" actId="478"/>
          <ac:spMkLst>
            <pc:docMk/>
            <pc:sldMk cId="0" sldId="262"/>
            <ac:spMk id="36" creationId="{F3EBBE41-A54A-06A9-547F-BDD786DBD9EA}"/>
          </ac:spMkLst>
        </pc:spChg>
        <pc:spChg chg="add del mod">
          <ac:chgData name="_ Nyabuto" userId="de7d4a1065fab06a" providerId="LiveId" clId="{1DF12B70-FCDA-45B6-8265-91C62AD6C63B}" dt="2026-05-15T00:10:05.489" v="195" actId="478"/>
          <ac:spMkLst>
            <pc:docMk/>
            <pc:sldMk cId="0" sldId="262"/>
            <ac:spMk id="37" creationId="{530EAB09-3C6A-3398-958D-9B15AB8AC93D}"/>
          </ac:spMkLst>
        </pc:spChg>
        <pc:spChg chg="add del mod">
          <ac:chgData name="_ Nyabuto" userId="de7d4a1065fab06a" providerId="LiveId" clId="{1DF12B70-FCDA-45B6-8265-91C62AD6C63B}" dt="2026-05-15T00:10:00.012" v="194" actId="478"/>
          <ac:spMkLst>
            <pc:docMk/>
            <pc:sldMk cId="0" sldId="262"/>
            <ac:spMk id="38" creationId="{007F50D7-C6B4-8FF8-E777-5FB9FE71292E}"/>
          </ac:spMkLst>
        </pc:spChg>
        <pc:spChg chg="add del mod">
          <ac:chgData name="_ Nyabuto" userId="de7d4a1065fab06a" providerId="LiveId" clId="{1DF12B70-FCDA-45B6-8265-91C62AD6C63B}" dt="2026-05-15T00:09:50.359" v="193" actId="478"/>
          <ac:spMkLst>
            <pc:docMk/>
            <pc:sldMk cId="0" sldId="262"/>
            <ac:spMk id="39" creationId="{3DD52915-FF16-9319-8BF8-1A1F952F6C23}"/>
          </ac:spMkLst>
        </pc:spChg>
        <pc:spChg chg="add del mod">
          <ac:chgData name="_ Nyabuto" userId="de7d4a1065fab06a" providerId="LiveId" clId="{1DF12B70-FCDA-45B6-8265-91C62AD6C63B}" dt="2026-05-15T00:09:47.704" v="192" actId="478"/>
          <ac:spMkLst>
            <pc:docMk/>
            <pc:sldMk cId="0" sldId="262"/>
            <ac:spMk id="40" creationId="{F5581CA5-4D3D-134E-61DF-ABF43CE5701B}"/>
          </ac:spMkLst>
        </pc:spChg>
        <pc:spChg chg="add mod">
          <ac:chgData name="_ Nyabuto" userId="de7d4a1065fab06a" providerId="LiveId" clId="{1DF12B70-FCDA-45B6-8265-91C62AD6C63B}" dt="2026-05-15T00:09:41.677" v="189" actId="1076"/>
          <ac:spMkLst>
            <pc:docMk/>
            <pc:sldMk cId="0" sldId="262"/>
            <ac:spMk id="41" creationId="{368AB55A-0128-81D8-80B6-6B9B4B89E084}"/>
          </ac:spMkLst>
        </pc:spChg>
        <pc:spChg chg="add mod">
          <ac:chgData name="_ Nyabuto" userId="de7d4a1065fab06a" providerId="LiveId" clId="{1DF12B70-FCDA-45B6-8265-91C62AD6C63B}" dt="2026-05-15T00:10:39.034" v="223" actId="20577"/>
          <ac:spMkLst>
            <pc:docMk/>
            <pc:sldMk cId="0" sldId="262"/>
            <ac:spMk id="42" creationId="{31EBE228-7EA9-6DB1-6AB1-2DFECAA89E86}"/>
          </ac:spMkLst>
        </pc:spChg>
        <pc:spChg chg="add mod">
          <ac:chgData name="_ Nyabuto" userId="de7d4a1065fab06a" providerId="LiveId" clId="{1DF12B70-FCDA-45B6-8265-91C62AD6C63B}" dt="2026-05-15T00:10:30.354" v="220" actId="20577"/>
          <ac:spMkLst>
            <pc:docMk/>
            <pc:sldMk cId="0" sldId="262"/>
            <ac:spMk id="43" creationId="{1F3D4169-2030-EF69-3001-8DED536F9AEC}"/>
          </ac:spMkLst>
        </pc:spChg>
        <pc:spChg chg="add del mod">
          <ac:chgData name="_ Nyabuto" userId="de7d4a1065fab06a" providerId="LiveId" clId="{1DF12B70-FCDA-45B6-8265-91C62AD6C63B}" dt="2026-05-15T00:10:49.136" v="224" actId="478"/>
          <ac:spMkLst>
            <pc:docMk/>
            <pc:sldMk cId="0" sldId="262"/>
            <ac:spMk id="44" creationId="{FA2AC01A-306C-115C-0257-07C7BCD7D223}"/>
          </ac:spMkLst>
        </pc:spChg>
        <pc:spChg chg="add mod">
          <ac:chgData name="_ Nyabuto" userId="de7d4a1065fab06a" providerId="LiveId" clId="{1DF12B70-FCDA-45B6-8265-91C62AD6C63B}" dt="2026-05-15T00:12:13.709" v="233" actId="14100"/>
          <ac:spMkLst>
            <pc:docMk/>
            <pc:sldMk cId="0" sldId="262"/>
            <ac:spMk id="45" creationId="{F961FB6D-3F47-5736-8335-6E2DD95AD7E1}"/>
          </ac:spMkLst>
        </pc:spChg>
        <pc:graphicFrameChg chg="del mod">
          <ac:chgData name="_ Nyabuto" userId="de7d4a1065fab06a" providerId="LiveId" clId="{1DF12B70-FCDA-45B6-8265-91C62AD6C63B}" dt="2026-05-15T00:00:16.266" v="123" actId="478"/>
          <ac:graphicFrameMkLst>
            <pc:docMk/>
            <pc:sldMk cId="0" sldId="262"/>
            <ac:graphicFrameMk id="6" creationId="{00000000-0000-0000-0000-000000000000}"/>
          </ac:graphicFrameMkLst>
        </pc:graphicFrameChg>
      </pc:sldChg>
      <pc:sldChg chg="modSp mod modTransition">
        <pc:chgData name="_ Nyabuto" userId="de7d4a1065fab06a" providerId="LiveId" clId="{1DF12B70-FCDA-45B6-8265-91C62AD6C63B}" dt="2026-05-15T00:48:18.040" v="706"/>
        <pc:sldMkLst>
          <pc:docMk/>
          <pc:sldMk cId="0" sldId="263"/>
        </pc:sldMkLst>
        <pc:spChg chg="mod">
          <ac:chgData name="_ Nyabuto" userId="de7d4a1065fab06a" providerId="LiveId" clId="{1DF12B70-FCDA-45B6-8265-91C62AD6C63B}" dt="2026-05-14T23:51:14.197" v="40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_ Nyabuto" userId="de7d4a1065fab06a" providerId="LiveId" clId="{1DF12B70-FCDA-45B6-8265-91C62AD6C63B}" dt="2026-05-14T23:51:14.197" v="40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_ Nyabuto" userId="de7d4a1065fab06a" providerId="LiveId" clId="{1DF12B70-FCDA-45B6-8265-91C62AD6C63B}" dt="2026-05-15T00:17:41.137" v="256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_ Nyabuto" userId="de7d4a1065fab06a" providerId="LiveId" clId="{1DF12B70-FCDA-45B6-8265-91C62AD6C63B}" dt="2026-05-15T00:17:41.137" v="256" actId="1076"/>
          <ac:spMkLst>
            <pc:docMk/>
            <pc:sldMk cId="0" sldId="263"/>
            <ac:spMk id="12" creationId="{00000000-0000-0000-0000-000000000000}"/>
          </ac:spMkLst>
        </pc:spChg>
        <pc:graphicFrameChg chg="mod">
          <ac:chgData name="_ Nyabuto" userId="de7d4a1065fab06a" providerId="LiveId" clId="{1DF12B70-FCDA-45B6-8265-91C62AD6C63B}" dt="2026-05-14T23:50:25.401" v="39" actId="14100"/>
          <ac:graphicFrameMkLst>
            <pc:docMk/>
            <pc:sldMk cId="0" sldId="263"/>
            <ac:graphicFrameMk id="6" creationId="{00000000-0000-0000-0000-000000000000}"/>
          </ac:graphicFrameMkLst>
        </pc:graphicFrameChg>
        <pc:picChg chg="mod">
          <ac:chgData name="_ Nyabuto" userId="de7d4a1065fab06a" providerId="LiveId" clId="{1DF12B70-FCDA-45B6-8265-91C62AD6C63B}" dt="2026-05-14T23:51:14.197" v="40" actId="1076"/>
          <ac:picMkLst>
            <pc:docMk/>
            <pc:sldMk cId="0" sldId="263"/>
            <ac:picMk id="8" creationId="{00000000-0000-0000-0000-000000000000}"/>
          </ac:picMkLst>
        </pc:picChg>
        <pc:picChg chg="mod">
          <ac:chgData name="_ Nyabuto" userId="de7d4a1065fab06a" providerId="LiveId" clId="{1DF12B70-FCDA-45B6-8265-91C62AD6C63B}" dt="2026-05-15T00:17:41.137" v="256" actId="1076"/>
          <ac:picMkLst>
            <pc:docMk/>
            <pc:sldMk cId="0" sldId="263"/>
            <ac:picMk id="11" creationId="{00000000-0000-0000-0000-000000000000}"/>
          </ac:picMkLst>
        </pc:picChg>
      </pc:sldChg>
      <pc:sldChg chg="addSp delSp modSp mod modTransition">
        <pc:chgData name="_ Nyabuto" userId="de7d4a1065fab06a" providerId="LiveId" clId="{1DF12B70-FCDA-45B6-8265-91C62AD6C63B}" dt="2026-05-15T10:12:22.602" v="732" actId="20577"/>
        <pc:sldMkLst>
          <pc:docMk/>
          <pc:sldMk cId="0" sldId="264"/>
        </pc:sldMkLst>
        <pc:spChg chg="mod">
          <ac:chgData name="_ Nyabuto" userId="de7d4a1065fab06a" providerId="LiveId" clId="{1DF12B70-FCDA-45B6-8265-91C62AD6C63B}" dt="2026-05-15T00:44:15.322" v="578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_ Nyabuto" userId="de7d4a1065fab06a" providerId="LiveId" clId="{1DF12B70-FCDA-45B6-8265-91C62AD6C63B}" dt="2026-05-15T00:46:02.779" v="608" actId="20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_ Nyabuto" userId="de7d4a1065fab06a" providerId="LiveId" clId="{1DF12B70-FCDA-45B6-8265-91C62AD6C63B}" dt="2026-05-15T00:45:57.527" v="607" actId="207"/>
          <ac:spMkLst>
            <pc:docMk/>
            <pc:sldMk cId="0" sldId="264"/>
            <ac:spMk id="12" creationId="{00000000-0000-0000-0000-000000000000}"/>
          </ac:spMkLst>
        </pc:spChg>
        <pc:spChg chg="del mod">
          <ac:chgData name="_ Nyabuto" userId="de7d4a1065fab06a" providerId="LiveId" clId="{1DF12B70-FCDA-45B6-8265-91C62AD6C63B}" dt="2026-05-15T00:42:22.233" v="493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_ Nyabuto" userId="de7d4a1065fab06a" providerId="LiveId" clId="{1DF12B70-FCDA-45B6-8265-91C62AD6C63B}" dt="2026-05-15T00:44:43.886" v="585" actId="21"/>
          <ac:spMkLst>
            <pc:docMk/>
            <pc:sldMk cId="0" sldId="264"/>
            <ac:spMk id="15" creationId="{00000000-0000-0000-0000-000000000000}"/>
          </ac:spMkLst>
        </pc:spChg>
        <pc:spChg chg="del mod">
          <ac:chgData name="_ Nyabuto" userId="de7d4a1065fab06a" providerId="LiveId" clId="{1DF12B70-FCDA-45B6-8265-91C62AD6C63B}" dt="2026-05-15T00:40:47.782" v="367" actId="2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_ Nyabuto" userId="de7d4a1065fab06a" providerId="LiveId" clId="{1DF12B70-FCDA-45B6-8265-91C62AD6C63B}" dt="2026-05-15T00:44:49.941" v="586" actId="1076"/>
          <ac:spMkLst>
            <pc:docMk/>
            <pc:sldMk cId="0" sldId="264"/>
            <ac:spMk id="17" creationId="{00000000-0000-0000-0000-000000000000}"/>
          </ac:spMkLst>
        </pc:spChg>
        <pc:spChg chg="add mod">
          <ac:chgData name="_ Nyabuto" userId="de7d4a1065fab06a" providerId="LiveId" clId="{1DF12B70-FCDA-45B6-8265-91C62AD6C63B}" dt="2026-05-15T00:41:07.179" v="370" actId="1076"/>
          <ac:spMkLst>
            <pc:docMk/>
            <pc:sldMk cId="0" sldId="264"/>
            <ac:spMk id="20" creationId="{00000000-0000-0000-0000-000000000000}"/>
          </ac:spMkLst>
        </pc:spChg>
        <pc:spChg chg="add mod">
          <ac:chgData name="_ Nyabuto" userId="de7d4a1065fab06a" providerId="LiveId" clId="{1DF12B70-FCDA-45B6-8265-91C62AD6C63B}" dt="2026-05-15T10:12:22.602" v="732" actId="20577"/>
          <ac:spMkLst>
            <pc:docMk/>
            <pc:sldMk cId="0" sldId="264"/>
            <ac:spMk id="21" creationId="{00000000-0000-0000-0000-000000000000}"/>
          </ac:spMkLst>
        </pc:spChg>
      </pc:sldChg>
      <pc:sldChg chg="modSp mod modTransition">
        <pc:chgData name="_ Nyabuto" userId="de7d4a1065fab06a" providerId="LiveId" clId="{1DF12B70-FCDA-45B6-8265-91C62AD6C63B}" dt="2026-05-15T10:12:10.490" v="719" actId="20577"/>
        <pc:sldMkLst>
          <pc:docMk/>
          <pc:sldMk cId="0" sldId="265"/>
        </pc:sldMkLst>
        <pc:spChg chg="mod">
          <ac:chgData name="_ Nyabuto" userId="de7d4a1065fab06a" providerId="LiveId" clId="{1DF12B70-FCDA-45B6-8265-91C62AD6C63B}" dt="2026-05-15T00:16:31.889" v="250" actId="14100"/>
          <ac:spMkLst>
            <pc:docMk/>
            <pc:sldMk cId="0" sldId="265"/>
            <ac:spMk id="30" creationId="{00000000-0000-0000-0000-000000000000}"/>
          </ac:spMkLst>
        </pc:spChg>
        <pc:spChg chg="mod">
          <ac:chgData name="_ Nyabuto" userId="de7d4a1065fab06a" providerId="LiveId" clId="{1DF12B70-FCDA-45B6-8265-91C62AD6C63B}" dt="2026-05-15T10:12:10.490" v="719" actId="20577"/>
          <ac:spMkLst>
            <pc:docMk/>
            <pc:sldMk cId="0" sldId="265"/>
            <ac:spMk id="34" creationId="{00000000-0000-0000-0000-000000000000}"/>
          </ac:spMkLst>
        </pc:spChg>
        <pc:spChg chg="mod">
          <ac:chgData name="_ Nyabuto" userId="de7d4a1065fab06a" providerId="LiveId" clId="{1DF12B70-FCDA-45B6-8265-91C62AD6C63B}" dt="2026-05-15T00:16:16.614" v="248" actId="20577"/>
          <ac:spMkLst>
            <pc:docMk/>
            <pc:sldMk cId="0" sldId="265"/>
            <ac:spMk id="35" creationId="{00000000-0000-0000-0000-000000000000}"/>
          </ac:spMkLst>
        </pc:spChg>
      </pc:sldChg>
      <pc:sldChg chg="addSp modSp add del mod">
        <pc:chgData name="_ Nyabuto" userId="de7d4a1065fab06a" providerId="LiveId" clId="{1DF12B70-FCDA-45B6-8265-91C62AD6C63B}" dt="2026-05-15T00:32:10.896" v="290" actId="47"/>
        <pc:sldMkLst>
          <pc:docMk/>
          <pc:sldMk cId="634803235" sldId="266"/>
        </pc:sldMkLst>
        <pc:graphicFrameChg chg="add mod">
          <ac:chgData name="_ Nyabuto" userId="de7d4a1065fab06a" providerId="LiveId" clId="{1DF12B70-FCDA-45B6-8265-91C62AD6C63B}" dt="2026-05-15T00:31:44.574" v="283" actId="1957"/>
          <ac:graphicFrameMkLst>
            <pc:docMk/>
            <pc:sldMk cId="634803235" sldId="266"/>
            <ac:graphicFrameMk id="38" creationId="{F194FAD7-C4F0-42FB-98F6-BA5EC4E04FC8}"/>
          </ac:graphicFrameMkLst>
        </pc:graphicFrameChg>
      </pc:sldChg>
      <pc:sldChg chg="new del">
        <pc:chgData name="_ Nyabuto" userId="de7d4a1065fab06a" providerId="LiveId" clId="{1DF12B70-FCDA-45B6-8265-91C62AD6C63B}" dt="2026-05-14T23:44:10.302" v="1" actId="47"/>
        <pc:sldMkLst>
          <pc:docMk/>
          <pc:sldMk cId="1397518952" sldId="266"/>
        </pc:sldMkLst>
      </pc:sldChg>
      <pc:sldMasterChg chg="modTransition modSldLayout">
        <pc:chgData name="_ Nyabuto" userId="de7d4a1065fab06a" providerId="LiveId" clId="{1DF12B70-FCDA-45B6-8265-91C62AD6C63B}" dt="2026-05-15T00:48:18.040" v="706"/>
        <pc:sldMasterMkLst>
          <pc:docMk/>
          <pc:sldMasterMk cId="0" sldId="2147483648"/>
        </pc:sldMasterMkLst>
        <pc:sldLayoutChg chg="modTransition">
          <pc:chgData name="_ Nyabuto" userId="de7d4a1065fab06a" providerId="LiveId" clId="{1DF12B70-FCDA-45B6-8265-91C62AD6C63B}" dt="2026-05-15T00:48:18.040" v="70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64748B"/>
                </a:solidFill>
                <a:latin typeface="Arial"/>
              </a:rPr>
              <a:t>Revenue by Category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DC3-4F0B-8315-A478D5482A48}"/>
              </c:ext>
            </c:extLst>
          </c:dPt>
          <c:dPt>
            <c:idx val="1"/>
            <c:invertIfNegative val="0"/>
            <c:bubble3D val="0"/>
            <c:spPr>
              <a:solidFill>
                <a:srgbClr val="1A2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C3-4F0B-8315-A478D5482A48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C3-4F0B-8315-A478D5482A4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Clothing</c:v>
                </c:pt>
                <c:pt idx="2">
                  <c:v>Beauty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156905</c:v>
                </c:pt>
                <c:pt idx="1">
                  <c:v>155580</c:v>
                </c:pt>
                <c:pt idx="2">
                  <c:v>143515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C3-4F0B-8315-A478D5482A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64748B"/>
                </a:solidFill>
                <a:latin typeface="Arial"/>
              </a:rPr>
              <a:t>Gender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9B-47AE-A83D-EBB34D34E708}"/>
              </c:ext>
            </c:extLst>
          </c:dPt>
          <c:dPt>
            <c:idx val="1"/>
            <c:bubble3D val="0"/>
            <c:spPr>
              <a:solidFill>
                <a:srgbClr val="02A8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9B-47AE-A83D-EBB34D34E70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K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9B-47AE-A83D-EBB34D34E70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K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9B-47AE-A83D-EBB34D34E70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 (49%)</c:v>
                </c:pt>
                <c:pt idx="1">
                  <c:v>Female (51%)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79B-47AE-A83D-EBB34D34E7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64748B"/>
                </a:solidFill>
                <a:latin typeface="Arial"/>
              </a:rPr>
              <a:t>Revenue by Age Group ($K)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02-42CF-839B-BD217706476C}"/>
              </c:ext>
            </c:extLst>
          </c:dPt>
          <c:dPt>
            <c:idx val="1"/>
            <c:invertIfNegative val="0"/>
            <c:bubble3D val="0"/>
            <c:spPr>
              <a:solidFill>
                <a:srgbClr val="1A2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02-42CF-839B-BD217706476C}"/>
              </c:ext>
            </c:extLst>
          </c:dPt>
          <c:dPt>
            <c:idx val="2"/>
            <c:invertIfNegative val="0"/>
            <c:bubble3D val="0"/>
            <c:spPr>
              <a:solidFill>
                <a:srgbClr val="1A2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02-42CF-839B-BD217706476C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02-42CF-839B-BD217706476C}"/>
              </c:ext>
            </c:extLst>
          </c:dPt>
          <c:dPt>
            <c:idx val="4"/>
            <c:invertIfNegative val="0"/>
            <c:bubble3D val="0"/>
            <c:spPr>
              <a:solidFill>
                <a:srgbClr val="1A2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202-42CF-839B-BD21770647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K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Boomer</c:v>
                </c:pt>
                <c:pt idx="1">
                  <c:v>Millennial</c:v>
                </c:pt>
                <c:pt idx="2">
                  <c:v>Gen X</c:v>
                </c:pt>
                <c:pt idx="3">
                  <c:v>Young Adult</c:v>
                </c:pt>
                <c:pt idx="4">
                  <c:v>Senior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101</c:v>
                </c:pt>
                <c:pt idx="1">
                  <c:v>98</c:v>
                </c:pt>
                <c:pt idx="2">
                  <c:v>92</c:v>
                </c:pt>
                <c:pt idx="3">
                  <c:v>85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202-42CF-839B-BD21770647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64748B"/>
                </a:solidFill>
                <a:latin typeface="Arial"/>
              </a:rPr>
              <a:t>Revenue ($) — January to December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6368945119538026E-2"/>
          <c:y val="8.7461030399369089E-2"/>
          <c:w val="0.90689745380951148"/>
          <c:h val="0.810217428807314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36980</c:v>
                </c:pt>
                <c:pt idx="1">
                  <c:v>44060</c:v>
                </c:pt>
                <c:pt idx="2">
                  <c:v>28990</c:v>
                </c:pt>
                <c:pt idx="3">
                  <c:v>33870</c:v>
                </c:pt>
                <c:pt idx="4">
                  <c:v>53150</c:v>
                </c:pt>
                <c:pt idx="5">
                  <c:v>36715</c:v>
                </c:pt>
                <c:pt idx="6">
                  <c:v>35465</c:v>
                </c:pt>
                <c:pt idx="7">
                  <c:v>36960</c:v>
                </c:pt>
                <c:pt idx="8">
                  <c:v>23620</c:v>
                </c:pt>
                <c:pt idx="9">
                  <c:v>46580</c:v>
                </c:pt>
                <c:pt idx="10">
                  <c:v>34920</c:v>
                </c:pt>
                <c:pt idx="11">
                  <c:v>44690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F4C-47B9-A9D0-3956A15B0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509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>
            <a:off x="6583680" y="27432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hape 2"/>
          <p:cNvSpPr/>
          <p:nvPr/>
        </p:nvSpPr>
        <p:spPr>
          <a:xfrm>
            <a:off x="6931152" y="27432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7278624" y="27432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7626096" y="27432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7" name="Shape 5"/>
          <p:cNvSpPr/>
          <p:nvPr/>
        </p:nvSpPr>
        <p:spPr>
          <a:xfrm>
            <a:off x="7973568" y="27432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8321040" y="27432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6583680" y="62179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931152" y="62179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Shape 9"/>
          <p:cNvSpPr/>
          <p:nvPr/>
        </p:nvSpPr>
        <p:spPr>
          <a:xfrm>
            <a:off x="7278624" y="62179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Shape 10"/>
          <p:cNvSpPr/>
          <p:nvPr/>
        </p:nvSpPr>
        <p:spPr>
          <a:xfrm>
            <a:off x="7626096" y="62179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7973568" y="62179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Shape 12"/>
          <p:cNvSpPr/>
          <p:nvPr/>
        </p:nvSpPr>
        <p:spPr>
          <a:xfrm>
            <a:off x="8321040" y="62179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3"/>
          <p:cNvSpPr/>
          <p:nvPr/>
        </p:nvSpPr>
        <p:spPr>
          <a:xfrm>
            <a:off x="6583680" y="96926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4"/>
          <p:cNvSpPr/>
          <p:nvPr/>
        </p:nvSpPr>
        <p:spPr>
          <a:xfrm>
            <a:off x="6931152" y="96926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Shape 15"/>
          <p:cNvSpPr/>
          <p:nvPr/>
        </p:nvSpPr>
        <p:spPr>
          <a:xfrm>
            <a:off x="7278624" y="96926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Shape 16"/>
          <p:cNvSpPr/>
          <p:nvPr/>
        </p:nvSpPr>
        <p:spPr>
          <a:xfrm>
            <a:off x="7626096" y="96926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Shape 17"/>
          <p:cNvSpPr/>
          <p:nvPr/>
        </p:nvSpPr>
        <p:spPr>
          <a:xfrm>
            <a:off x="7973568" y="96926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Shape 18"/>
          <p:cNvSpPr/>
          <p:nvPr/>
        </p:nvSpPr>
        <p:spPr>
          <a:xfrm>
            <a:off x="8321040" y="96926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Shape 19"/>
          <p:cNvSpPr/>
          <p:nvPr/>
        </p:nvSpPr>
        <p:spPr>
          <a:xfrm>
            <a:off x="6583680" y="1316736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2" name="Shape 20"/>
          <p:cNvSpPr/>
          <p:nvPr/>
        </p:nvSpPr>
        <p:spPr>
          <a:xfrm>
            <a:off x="6931152" y="1316736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Shape 21"/>
          <p:cNvSpPr/>
          <p:nvPr/>
        </p:nvSpPr>
        <p:spPr>
          <a:xfrm>
            <a:off x="7278624" y="1316736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Shape 22"/>
          <p:cNvSpPr/>
          <p:nvPr/>
        </p:nvSpPr>
        <p:spPr>
          <a:xfrm>
            <a:off x="7626096" y="1316736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Shape 23"/>
          <p:cNvSpPr/>
          <p:nvPr/>
        </p:nvSpPr>
        <p:spPr>
          <a:xfrm>
            <a:off x="7973568" y="1316736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Shape 24"/>
          <p:cNvSpPr/>
          <p:nvPr/>
        </p:nvSpPr>
        <p:spPr>
          <a:xfrm>
            <a:off x="8321040" y="1316736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5"/>
          <p:cNvSpPr/>
          <p:nvPr/>
        </p:nvSpPr>
        <p:spPr>
          <a:xfrm>
            <a:off x="685800" y="914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 SALES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685800" y="166420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A8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29" name="Shape 27"/>
          <p:cNvSpPr/>
          <p:nvPr/>
        </p:nvSpPr>
        <p:spPr>
          <a:xfrm>
            <a:off x="685800" y="2542032"/>
            <a:ext cx="16459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0" name="Text 28"/>
          <p:cNvSpPr/>
          <p:nvPr/>
        </p:nvSpPr>
        <p:spPr>
          <a:xfrm>
            <a:off x="685800" y="26974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Key Findings &amp; Strategic Recommendations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F5E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2" name="Text 30"/>
          <p:cNvSpPr/>
          <p:nvPr/>
        </p:nvSpPr>
        <p:spPr>
          <a:xfrm>
            <a:off x="41148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Benard Ochieng;  Clare Mwangi; Rita Wangila; Sharon Nyabuto                |   Retail Sales Analytics Project   |   2025   |   Source: Retail Sales Data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&amp;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analysis, the dataset was cleaned and structured to ensure accuracy and reliability.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Shape 5"/>
          <p:cNvSpPr/>
          <p:nvPr/>
        </p:nvSpPr>
        <p:spPr>
          <a:xfrm>
            <a:off x="384048" y="1207008"/>
            <a:ext cx="402336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0817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7160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 Formatting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828800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Date column to the correct format. Derived new fields: Month Name, Quarter, and Weekend Flag for time-based analysis.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207008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Shape 9"/>
          <p:cNvSpPr/>
          <p:nvPr/>
        </p:nvSpPr>
        <p:spPr>
          <a:xfrm>
            <a:off x="4754880" y="1207008"/>
            <a:ext cx="402336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0817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6672" y="137160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Validation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9472" y="1828800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that Quantity × Price per Unit matched Total Amount for every record, ensuring calculation integrity.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84048" y="2807208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3"/>
          <p:cNvSpPr/>
          <p:nvPr/>
        </p:nvSpPr>
        <p:spPr>
          <a:xfrm>
            <a:off x="384048" y="2807208"/>
            <a:ext cx="402336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0837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97180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Group Segmentation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3429000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customers into 5 bands: Young Adults (18–25), Millennials (26–35), Gen X (36–45), Boomers (46–55), Seniors (56–65).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2807208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2" name="Shape 17"/>
          <p:cNvSpPr/>
          <p:nvPr/>
        </p:nvSpPr>
        <p:spPr>
          <a:xfrm>
            <a:off x="4754880" y="2807208"/>
            <a:ext cx="402336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08376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76672" y="2971800"/>
            <a:ext cx="3273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Tier Classification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19472" y="3429000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products into Budget, Mid-Range, and Premium tiers to enable price-sensitivity analysis.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11480" y="4846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Retail Sales Data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overview — all metrics reflect the complete dataset.</a:t>
            </a:r>
            <a:endParaRPr lang="en-US" sz="1050" dirty="0"/>
          </a:p>
        </p:txBody>
      </p:sp>
      <p:pic>
        <p:nvPicPr>
          <p:cNvPr id="6" name="Image 0" descr="/home/claude/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87552"/>
            <a:ext cx="8503920" cy="38404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1148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Built in Power BI   |   Source: Retail Sales Data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NUMBERS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Shape 5"/>
          <p:cNvSpPr/>
          <p:nvPr/>
        </p:nvSpPr>
        <p:spPr>
          <a:xfrm>
            <a:off x="384048" y="1207008"/>
            <a:ext cx="196596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1046988" y="1389888"/>
            <a:ext cx="640080" cy="640080"/>
          </a:xfrm>
          <a:prstGeom prst="ellipse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1453896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" y="216712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$456K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75488" y="283464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" y="314553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categories combined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05456" y="1207008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1"/>
          <p:cNvSpPr/>
          <p:nvPr/>
        </p:nvSpPr>
        <p:spPr>
          <a:xfrm>
            <a:off x="2505456" y="1207008"/>
            <a:ext cx="196596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3168396" y="1389888"/>
            <a:ext cx="640080" cy="640080"/>
          </a:xfrm>
          <a:prstGeom prst="ellipse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268" y="1453896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96896" y="216712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$456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2596896" y="283464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596896" y="314553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626864" y="1207008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Shape 17"/>
          <p:cNvSpPr/>
          <p:nvPr/>
        </p:nvSpPr>
        <p:spPr>
          <a:xfrm>
            <a:off x="4626864" y="1207008"/>
            <a:ext cx="196596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2" name="Shape 18"/>
          <p:cNvSpPr/>
          <p:nvPr/>
        </p:nvSpPr>
        <p:spPr>
          <a:xfrm>
            <a:off x="5289804" y="1389888"/>
            <a:ext cx="640080" cy="640080"/>
          </a:xfrm>
          <a:prstGeom prst="ellipse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676" y="1453896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18304" y="216712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2600" dirty="0"/>
          </a:p>
        </p:txBody>
      </p:sp>
      <p:sp>
        <p:nvSpPr>
          <p:cNvPr id="25" name="Text 20"/>
          <p:cNvSpPr/>
          <p:nvPr/>
        </p:nvSpPr>
        <p:spPr>
          <a:xfrm>
            <a:off x="4718304" y="283464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718304" y="314553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channels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748272" y="1207008"/>
            <a:ext cx="19659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8" name="Shape 23"/>
          <p:cNvSpPr/>
          <p:nvPr/>
        </p:nvSpPr>
        <p:spPr>
          <a:xfrm>
            <a:off x="6748272" y="1207008"/>
            <a:ext cx="196596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9" name="Shape 24"/>
          <p:cNvSpPr/>
          <p:nvPr/>
        </p:nvSpPr>
        <p:spPr>
          <a:xfrm>
            <a:off x="7411212" y="1389888"/>
            <a:ext cx="640080" cy="640080"/>
          </a:xfrm>
          <a:prstGeom prst="ellipse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0084" y="1453896"/>
            <a:ext cx="402336" cy="40233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39712" y="2167128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Electronics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6839712" y="2834640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Category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839712" y="3145536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AOV &amp; revenue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11480" y="4892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Retail Sales Data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CATEGORY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PERFORMING CATEGORY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800678934"/>
              </p:ext>
            </p:extLst>
          </p:nvPr>
        </p:nvGraphicFramePr>
        <p:xfrm>
          <a:off x="384048" y="841248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15000" y="914400"/>
            <a:ext cx="3017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Shape 4"/>
          <p:cNvSpPr/>
          <p:nvPr/>
        </p:nvSpPr>
        <p:spPr>
          <a:xfrm>
            <a:off x="5852160" y="1161288"/>
            <a:ext cx="502920" cy="502920"/>
          </a:xfrm>
          <a:prstGeom prst="ellipse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120700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92240" y="10515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Electronics Leads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92240" y="135331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$156,905 in total revenue — highest of all three categories.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715000" y="2240280"/>
            <a:ext cx="3017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Shape 8"/>
          <p:cNvSpPr/>
          <p:nvPr/>
        </p:nvSpPr>
        <p:spPr>
          <a:xfrm>
            <a:off x="5852160" y="2487168"/>
            <a:ext cx="502920" cy="502920"/>
          </a:xfrm>
          <a:prstGeom prst="ellipse">
            <a:avLst/>
          </a:prstGeom>
          <a:solidFill>
            <a:srgbClr val="E8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253288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3774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Narrow Margin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492240" y="267919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beats Clothing by just over $1,000 — the gap is extremely tight.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715000" y="3566160"/>
            <a:ext cx="3017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7" name="Shape 12"/>
          <p:cNvSpPr/>
          <p:nvPr/>
        </p:nvSpPr>
        <p:spPr>
          <a:xfrm>
            <a:off x="5852160" y="3813048"/>
            <a:ext cx="502920" cy="502920"/>
          </a:xfrm>
          <a:prstGeom prst="ellipse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168" y="385876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92240" y="3703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AOV Advantage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492240" y="400507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lower volume, Electronics earns more per sale; higher value per transaction.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1148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in USD   |   Source: Retail Sales Data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IS THE CUSTOMER?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and age-group revenue reveal a broad but aging customer base.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84048" y="1024128"/>
          <a:ext cx="3200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3657600" y="1024128"/>
          <a:ext cx="50749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84048" y="4096512"/>
            <a:ext cx="8348472" cy="658368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24528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169664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Boomers drive the most revenue. Young Adults are the lowest-contributing segment; present an untapped opportunity for long-term growth.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11480" y="49194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Retail Sales Data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WEEKDAY VS. WEEKEND BEHAVIOUR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01429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dominates on weekdays; weekends generate higher value per transaction.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2084" y="987552"/>
            <a:ext cx="2880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5"/>
          <p:cNvSpPr/>
          <p:nvPr/>
        </p:nvSpPr>
        <p:spPr>
          <a:xfrm flipH="1">
            <a:off x="621791" y="1002458"/>
            <a:ext cx="71039" cy="899491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9" name="Text 6"/>
          <p:cNvSpPr/>
          <p:nvPr/>
        </p:nvSpPr>
        <p:spPr>
          <a:xfrm>
            <a:off x="822960" y="1069848"/>
            <a:ext cx="2606040" cy="363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$318,585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1506302"/>
            <a:ext cx="2606040" cy="2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Revenue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9819" y="1713540"/>
            <a:ext cx="2624326" cy="188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131.8% higher than weekend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846147" y="3238648"/>
            <a:ext cx="2955625" cy="9143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3" name="Shape 10"/>
          <p:cNvSpPr/>
          <p:nvPr/>
        </p:nvSpPr>
        <p:spPr>
          <a:xfrm>
            <a:off x="4790016" y="3253555"/>
            <a:ext cx="64008" cy="8994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4" name="Text 11"/>
          <p:cNvSpPr/>
          <p:nvPr/>
        </p:nvSpPr>
        <p:spPr>
          <a:xfrm>
            <a:off x="4983308" y="3339233"/>
            <a:ext cx="2606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$477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001596" y="3654701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AOV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83308" y="3874157"/>
            <a:ext cx="157983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 higher than weekday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6939" y="2133010"/>
            <a:ext cx="2880360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8" name="Shape 15"/>
          <p:cNvSpPr/>
          <p:nvPr/>
        </p:nvSpPr>
        <p:spPr>
          <a:xfrm>
            <a:off x="646939" y="2133010"/>
            <a:ext cx="64008" cy="9326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9" name="Text 16"/>
          <p:cNvSpPr/>
          <p:nvPr/>
        </p:nvSpPr>
        <p:spPr>
          <a:xfrm>
            <a:off x="829819" y="220616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29819" y="259021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Transactions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16103" y="2870600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147.2% more than weekend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84048" y="4343400"/>
            <a:ext cx="8348472" cy="502920"/>
          </a:xfrm>
          <a:prstGeom prst="rect">
            <a:avLst/>
          </a:prstGeom>
          <a:solidFill>
            <a:srgbClr val="E8F4F8"/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43984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60120" y="440740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Weekdays = More about volume. Weekends = more about value. Different promotional strategies may suit each.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11480" y="49194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Retail Sales Data</a:t>
            </a:r>
            <a:endParaRPr lang="en-US" sz="8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74D38DB6-02B4-B2E5-B58D-2135237407A4}"/>
              </a:ext>
            </a:extLst>
          </p:cNvPr>
          <p:cNvSpPr/>
          <p:nvPr/>
        </p:nvSpPr>
        <p:spPr>
          <a:xfrm>
            <a:off x="685800" y="3220359"/>
            <a:ext cx="2880360" cy="92934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96F79D3A-01F5-101C-2D89-07D67274E92A}"/>
              </a:ext>
            </a:extLst>
          </p:cNvPr>
          <p:cNvSpPr/>
          <p:nvPr/>
        </p:nvSpPr>
        <p:spPr>
          <a:xfrm>
            <a:off x="621792" y="3220359"/>
            <a:ext cx="64008" cy="9326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F65214F3-B2BD-A132-7B53-83326AB9F690}"/>
              </a:ext>
            </a:extLst>
          </p:cNvPr>
          <p:cNvSpPr/>
          <p:nvPr/>
        </p:nvSpPr>
        <p:spPr>
          <a:xfrm>
            <a:off x="683303" y="38032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AOV</a:t>
            </a:r>
            <a:endParaRPr lang="en-US" sz="10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501A154-47B6-BED1-F36E-C65D21DEF570}"/>
              </a:ext>
            </a:extLst>
          </p:cNvPr>
          <p:cNvSpPr/>
          <p:nvPr/>
        </p:nvSpPr>
        <p:spPr>
          <a:xfrm>
            <a:off x="692658" y="3239595"/>
            <a:ext cx="2606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$447</a:t>
            </a:r>
            <a:endParaRPr lang="en-US" sz="2200" dirty="0"/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38D05EE3-3903-572E-4596-9B7ED333A1BE}"/>
              </a:ext>
            </a:extLst>
          </p:cNvPr>
          <p:cNvSpPr/>
          <p:nvPr/>
        </p:nvSpPr>
        <p:spPr>
          <a:xfrm>
            <a:off x="4854024" y="1002458"/>
            <a:ext cx="294774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3C19AAFB-315E-D5C6-A8BE-D90DB3E84789}"/>
              </a:ext>
            </a:extLst>
          </p:cNvPr>
          <p:cNvSpPr/>
          <p:nvPr/>
        </p:nvSpPr>
        <p:spPr>
          <a:xfrm>
            <a:off x="4839288" y="1084754"/>
            <a:ext cx="2606040" cy="363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$318,585</a:t>
            </a:r>
            <a:endParaRPr lang="en-US" sz="22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E58A2A43-FABD-16BF-E034-53F788148171}"/>
              </a:ext>
            </a:extLst>
          </p:cNvPr>
          <p:cNvSpPr/>
          <p:nvPr/>
        </p:nvSpPr>
        <p:spPr>
          <a:xfrm>
            <a:off x="4839288" y="1521208"/>
            <a:ext cx="2606040" cy="2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Revenue</a:t>
            </a:r>
            <a:endParaRPr lang="en-US" sz="10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D875E446-758C-C475-9B86-BE39CDD86F71}"/>
              </a:ext>
            </a:extLst>
          </p:cNvPr>
          <p:cNvSpPr/>
          <p:nvPr/>
        </p:nvSpPr>
        <p:spPr>
          <a:xfrm>
            <a:off x="4846147" y="1728446"/>
            <a:ext cx="2624326" cy="188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131.8% higher than weekend</a:t>
            </a:r>
            <a:endParaRPr lang="en-US" sz="900" dirty="0"/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16959B8B-F936-5391-C907-93980189DED5}"/>
              </a:ext>
            </a:extLst>
          </p:cNvPr>
          <p:cNvSpPr/>
          <p:nvPr/>
        </p:nvSpPr>
        <p:spPr>
          <a:xfrm flipH="1">
            <a:off x="4821002" y="983402"/>
            <a:ext cx="56636" cy="918549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368AB55A-0128-81D8-80B6-6B9B4B89E084}"/>
              </a:ext>
            </a:extLst>
          </p:cNvPr>
          <p:cNvSpPr/>
          <p:nvPr/>
        </p:nvSpPr>
        <p:spPr>
          <a:xfrm>
            <a:off x="4854024" y="2147646"/>
            <a:ext cx="294774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KE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31EBE228-7EA9-6DB1-6AB1-2DFECAA89E86}"/>
              </a:ext>
            </a:extLst>
          </p:cNvPr>
          <p:cNvSpPr/>
          <p:nvPr/>
        </p:nvSpPr>
        <p:spPr>
          <a:xfrm>
            <a:off x="4839288" y="2229942"/>
            <a:ext cx="2606040" cy="363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288</a:t>
            </a:r>
            <a:endParaRPr lang="en-US" sz="22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1F3D4169-2030-EF69-3001-8DED536F9AEC}"/>
              </a:ext>
            </a:extLst>
          </p:cNvPr>
          <p:cNvSpPr/>
          <p:nvPr/>
        </p:nvSpPr>
        <p:spPr>
          <a:xfrm>
            <a:off x="4839288" y="2666396"/>
            <a:ext cx="2606040" cy="2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Transactions</a:t>
            </a:r>
            <a:endParaRPr lang="en-US" sz="1000" dirty="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F961FB6D-3F47-5736-8335-6E2DD95AD7E1}"/>
              </a:ext>
            </a:extLst>
          </p:cNvPr>
          <p:cNvSpPr/>
          <p:nvPr/>
        </p:nvSpPr>
        <p:spPr>
          <a:xfrm>
            <a:off x="4796170" y="2140464"/>
            <a:ext cx="64008" cy="91439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REVENUE TRENDS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peaks in May and dips sharply in Q3; a critical window for intervention.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063101425"/>
              </p:ext>
            </p:extLst>
          </p:nvPr>
        </p:nvGraphicFramePr>
        <p:xfrm>
          <a:off x="411480" y="1024128"/>
          <a:ext cx="8348472" cy="349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3211888" y="1298448"/>
            <a:ext cx="1234440" cy="292608"/>
          </a:xfrm>
          <a:prstGeom prst="rect">
            <a:avLst/>
          </a:prstGeom>
          <a:solidFill>
            <a:srgbClr val="D1FAE5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612" y="130521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63932" y="1305210"/>
            <a:ext cx="868680" cy="285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Peak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800783" y="3105637"/>
            <a:ext cx="1053404" cy="329184"/>
          </a:xfrm>
          <a:prstGeom prst="rect">
            <a:avLst/>
          </a:prstGeom>
          <a:solidFill>
            <a:srgbClr val="FEE2E2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081" y="3177589"/>
            <a:ext cx="210681" cy="2106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2975" y="3178789"/>
            <a:ext cx="523999" cy="209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Dip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11480" y="49194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Retail Sales Data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713232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246888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43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9260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RECOMMENDATION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2920" y="914400"/>
            <a:ext cx="8138160" cy="1417320"/>
          </a:xfrm>
          <a:prstGeom prst="rect">
            <a:avLst/>
          </a:prstGeom>
          <a:solidFill>
            <a:srgbClr val="1A2F5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777240" y="102412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 targeted marketing in Q3 to address the revenue dip.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1536192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remained below average through August  and fell  sharply in September(lowest month of the year)  an indication of a consistent gap that requires a proactive response.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2487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PROOF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2788920"/>
            <a:ext cx="3794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recorded ~$23K — the single lowest month in the dataset.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02920" y="3295644"/>
            <a:ext cx="3794760" cy="681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recorded the lowest performance across all four quarters at 96,000, representing a 22.4% decline from Q2 and a weak performance, at 15.8% below the annual average.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4663440" y="2487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ACTIONS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0" y="278273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</a:rPr>
              <a:t>The sharp decline followed by recovery in Q4 suggests that targeted intervention during Q3 could help stabilize overall yearly performance and prevent future dips.</a:t>
            </a:r>
          </a:p>
        </p:txBody>
      </p:sp>
      <p:sp>
        <p:nvSpPr>
          <p:cNvPr id="18" name="Shape 15"/>
          <p:cNvSpPr/>
          <p:nvPr/>
        </p:nvSpPr>
        <p:spPr>
          <a:xfrm>
            <a:off x="4480560" y="2450592"/>
            <a:ext cx="0" cy="2103120"/>
          </a:xfrm>
          <a:prstGeom prst="line">
            <a:avLst/>
          </a:prstGeom>
          <a:noFill/>
          <a:ln w="889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6"/>
          <p:cNvSpPr/>
          <p:nvPr/>
        </p:nvSpPr>
        <p:spPr>
          <a:xfrm>
            <a:off x="502920" y="491947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Retail Sales Data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4663440" y="3937837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Young Adults — underrepresented and high growth potential</a:t>
            </a:r>
            <a:endParaRPr lang="en-US" sz="1050" dirty="0"/>
          </a:p>
        </p:txBody>
      </p:sp>
      <p:sp>
        <p:nvSpPr>
          <p:cNvPr id="21" name="Text 12"/>
          <p:cNvSpPr/>
          <p:nvPr/>
        </p:nvSpPr>
        <p:spPr>
          <a:xfrm>
            <a:off x="4640580" y="3386238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could launch Q3 promotions 4–6 weeks ahead of September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>
            <a:off x="548640" y="356616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" name="Shape 2"/>
          <p:cNvSpPr/>
          <p:nvPr/>
        </p:nvSpPr>
        <p:spPr>
          <a:xfrm>
            <a:off x="896112" y="356616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1243584" y="356616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1591056" y="356616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7" name="Shape 5"/>
          <p:cNvSpPr/>
          <p:nvPr/>
        </p:nvSpPr>
        <p:spPr>
          <a:xfrm>
            <a:off x="1938528" y="3566160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548640" y="391363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Shape 7"/>
          <p:cNvSpPr/>
          <p:nvPr/>
        </p:nvSpPr>
        <p:spPr>
          <a:xfrm>
            <a:off x="896112" y="391363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1243584" y="391363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Shape 9"/>
          <p:cNvSpPr/>
          <p:nvPr/>
        </p:nvSpPr>
        <p:spPr>
          <a:xfrm>
            <a:off x="1591056" y="391363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Shape 10"/>
          <p:cNvSpPr/>
          <p:nvPr/>
        </p:nvSpPr>
        <p:spPr>
          <a:xfrm>
            <a:off x="1938528" y="3913632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548640" y="426110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Shape 12"/>
          <p:cNvSpPr/>
          <p:nvPr/>
        </p:nvSpPr>
        <p:spPr>
          <a:xfrm>
            <a:off x="896112" y="426110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3"/>
          <p:cNvSpPr/>
          <p:nvPr/>
        </p:nvSpPr>
        <p:spPr>
          <a:xfrm>
            <a:off x="1243584" y="426110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Shape 14"/>
          <p:cNvSpPr/>
          <p:nvPr/>
        </p:nvSpPr>
        <p:spPr>
          <a:xfrm>
            <a:off x="1591056" y="426110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Shape 15"/>
          <p:cNvSpPr/>
          <p:nvPr/>
        </p:nvSpPr>
        <p:spPr>
          <a:xfrm>
            <a:off x="1938528" y="4261104"/>
            <a:ext cx="82296" cy="82296"/>
          </a:xfrm>
          <a:prstGeom prst="ellipse">
            <a:avLst/>
          </a:prstGeom>
          <a:solidFill>
            <a:srgbClr val="02A8BE">
              <a:alpha val="30000"/>
            </a:srgbClr>
          </a:solidFill>
          <a:ln w="12700">
            <a:solidFill>
              <a:srgbClr val="02A8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/>
          <p:nvPr/>
        </p:nvSpPr>
        <p:spPr>
          <a:xfrm>
            <a:off x="640080" y="2926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findings. One clear action.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1261872"/>
            <a:ext cx="8138160" cy="914400"/>
          </a:xfrm>
          <a:prstGeom prst="rect">
            <a:avLst/>
          </a:prstGeom>
          <a:solidFill>
            <a:srgbClr val="1A2F5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685800" y="142646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A8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435608" y="1426464"/>
            <a:ext cx="0" cy="566928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3" name="Text 21"/>
          <p:cNvSpPr/>
          <p:nvPr/>
        </p:nvSpPr>
        <p:spPr>
          <a:xfrm>
            <a:off x="1600200" y="1353312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Electronics leads — but narrowly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1682496"/>
            <a:ext cx="6995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top revenue driver with the highest AOV, yet the margin over Clothing is razor thin at just over $1,000.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2313432"/>
            <a:ext cx="8138160" cy="914400"/>
          </a:xfrm>
          <a:prstGeom prst="rect">
            <a:avLst/>
          </a:prstGeom>
          <a:solidFill>
            <a:srgbClr val="1A2F5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4"/>
          <p:cNvSpPr/>
          <p:nvPr/>
        </p:nvSpPr>
        <p:spPr>
          <a:xfrm>
            <a:off x="685800" y="247802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A8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1435608" y="2478024"/>
            <a:ext cx="0" cy="566928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8" name="Text 26"/>
          <p:cNvSpPr/>
          <p:nvPr/>
        </p:nvSpPr>
        <p:spPr>
          <a:xfrm>
            <a:off x="1600200" y="2404872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Boomers are the core customer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00200" y="2734056"/>
            <a:ext cx="6995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base is broad and gender-balanced. Boomers contribute most; Young Adults remain an untapped growth opportunity.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438298"/>
            <a:ext cx="8179308" cy="914400"/>
          </a:xfrm>
          <a:prstGeom prst="rect">
            <a:avLst/>
          </a:prstGeom>
          <a:solidFill>
            <a:srgbClr val="1A2F5E"/>
          </a:solidFill>
          <a:ln w="381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1" name="Text 29"/>
          <p:cNvSpPr/>
          <p:nvPr/>
        </p:nvSpPr>
        <p:spPr>
          <a:xfrm>
            <a:off x="685800" y="3529584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A8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1435608" y="3529584"/>
            <a:ext cx="0" cy="566928"/>
          </a:xfrm>
          <a:prstGeom prst="line">
            <a:avLst/>
          </a:prstGeom>
          <a:noFill/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1"/>
          <p:cNvSpPr/>
          <p:nvPr/>
        </p:nvSpPr>
        <p:spPr>
          <a:xfrm>
            <a:off x="1600200" y="3456432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is the critical risk window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600200" y="3785616"/>
            <a:ext cx="6995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is the lowest revenue month. A proactive Q3 marketing push — especially targeting younger demographics — is the priority recommendation.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Analytics 2025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724</Words>
  <Application>Microsoft Office PowerPoint</Application>
  <PresentationFormat>On-screen Show (16:9)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</dc:title>
  <dc:subject>PptxGenJS Presentation</dc:subject>
  <dc:creator>Sharon</dc:creator>
  <cp:lastModifiedBy>_ Nyabuto</cp:lastModifiedBy>
  <cp:revision>2</cp:revision>
  <dcterms:created xsi:type="dcterms:W3CDTF">2026-05-14T23:06:06Z</dcterms:created>
  <dcterms:modified xsi:type="dcterms:W3CDTF">2026-05-15T10:12:27Z</dcterms:modified>
</cp:coreProperties>
</file>