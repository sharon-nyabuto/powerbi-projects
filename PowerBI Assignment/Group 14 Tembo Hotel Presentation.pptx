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2" r:id="rId3"/>
    <p:sldId id="257" r:id="rId4"/>
    <p:sldId id="259" r:id="rId5"/>
    <p:sldId id="260" r:id="rId6"/>
    <p:sldId id="258" r:id="rId7"/>
    <p:sldId id="264" r:id="rId8"/>
    <p:sldId id="26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342E"/>
    <a:srgbClr val="F6F1E7"/>
    <a:srgbClr val="6543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6A2317-32B2-4D6D-99C4-47E5FE503A5E}" v="168" dt="2026-05-21T17:16:09.3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1" autoAdjust="0"/>
    <p:restoredTop sz="94660"/>
  </p:normalViewPr>
  <p:slideViewPr>
    <p:cSldViewPr snapToGrid="0">
      <p:cViewPr varScale="1">
        <p:scale>
          <a:sx n="56" d="100"/>
          <a:sy n="56" d="100"/>
        </p:scale>
        <p:origin x="72"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_ Nyabuto" userId="de7d4a1065fab06a" providerId="LiveId" clId="{1DF12B70-FCDA-45B6-8265-91C62AD6C63B}"/>
    <pc:docChg chg="undo custSel addSld delSld modSld modMainMaster">
      <pc:chgData name="_ Nyabuto" userId="de7d4a1065fab06a" providerId="LiveId" clId="{1DF12B70-FCDA-45B6-8265-91C62AD6C63B}" dt="2026-05-02T23:04:22.519" v="1692" actId="2696"/>
      <pc:docMkLst>
        <pc:docMk/>
      </pc:docMkLst>
      <pc:sldChg chg="addSp delSp modSp mod setBg">
        <pc:chgData name="_ Nyabuto" userId="de7d4a1065fab06a" providerId="LiveId" clId="{1DF12B70-FCDA-45B6-8265-91C62AD6C63B}" dt="2026-05-02T23:01:05.585" v="1665" actId="478"/>
        <pc:sldMkLst>
          <pc:docMk/>
          <pc:sldMk cId="3652765744" sldId="256"/>
        </pc:sldMkLst>
        <pc:spChg chg="mod">
          <ac:chgData name="_ Nyabuto" userId="de7d4a1065fab06a" providerId="LiveId" clId="{1DF12B70-FCDA-45B6-8265-91C62AD6C63B}" dt="2026-05-02T23:00:55.718" v="1662" actId="207"/>
          <ac:spMkLst>
            <pc:docMk/>
            <pc:sldMk cId="3652765744" sldId="256"/>
            <ac:spMk id="2" creationId="{63D0B655-A344-49EB-A356-FC3F15C2ECA2}"/>
          </ac:spMkLst>
        </pc:spChg>
        <pc:spChg chg="mod">
          <ac:chgData name="_ Nyabuto" userId="de7d4a1065fab06a" providerId="LiveId" clId="{1DF12B70-FCDA-45B6-8265-91C62AD6C63B}" dt="2026-05-02T23:00:50.552" v="1661" actId="207"/>
          <ac:spMkLst>
            <pc:docMk/>
            <pc:sldMk cId="3652765744" sldId="256"/>
            <ac:spMk id="3" creationId="{E81F8283-6937-49E8-ACC2-CCFEDDDE032E}"/>
          </ac:spMkLst>
        </pc:spChg>
      </pc:sldChg>
      <pc:sldChg chg="modSp mod">
        <pc:chgData name="_ Nyabuto" userId="de7d4a1065fab06a" providerId="LiveId" clId="{1DF12B70-FCDA-45B6-8265-91C62AD6C63B}" dt="2026-05-02T23:01:37.349" v="1669" actId="207"/>
        <pc:sldMkLst>
          <pc:docMk/>
          <pc:sldMk cId="1640256259" sldId="257"/>
        </pc:sldMkLst>
        <pc:spChg chg="mod">
          <ac:chgData name="_ Nyabuto" userId="de7d4a1065fab06a" providerId="LiveId" clId="{1DF12B70-FCDA-45B6-8265-91C62AD6C63B}" dt="2026-05-02T23:01:37.349" v="1669" actId="207"/>
          <ac:spMkLst>
            <pc:docMk/>
            <pc:sldMk cId="1640256259" sldId="257"/>
            <ac:spMk id="2" creationId="{D3A39B8D-34E7-4E0D-81EF-795702550DCF}"/>
          </ac:spMkLst>
        </pc:spChg>
        <pc:spChg chg="mod">
          <ac:chgData name="_ Nyabuto" userId="de7d4a1065fab06a" providerId="LiveId" clId="{1DF12B70-FCDA-45B6-8265-91C62AD6C63B}" dt="2026-05-02T23:01:34.230" v="1668" actId="207"/>
          <ac:spMkLst>
            <pc:docMk/>
            <pc:sldMk cId="1640256259" sldId="257"/>
            <ac:spMk id="3" creationId="{D01DD072-43A1-42F2-B1BA-5EF8EC2FED8E}"/>
          </ac:spMkLst>
        </pc:spChg>
      </pc:sldChg>
      <pc:sldChg chg="addSp delSp modSp mod setBg setClrOvrMap">
        <pc:chgData name="_ Nyabuto" userId="de7d4a1065fab06a" providerId="LiveId" clId="{1DF12B70-FCDA-45B6-8265-91C62AD6C63B}" dt="2026-05-02T23:03:25.374" v="1687"/>
        <pc:sldMkLst>
          <pc:docMk/>
          <pc:sldMk cId="2044519959" sldId="258"/>
        </pc:sldMkLst>
        <pc:spChg chg="mod">
          <ac:chgData name="_ Nyabuto" userId="de7d4a1065fab06a" providerId="LiveId" clId="{1DF12B70-FCDA-45B6-8265-91C62AD6C63B}" dt="2026-05-02T23:02:41.731" v="1685" actId="207"/>
          <ac:spMkLst>
            <pc:docMk/>
            <pc:sldMk cId="2044519959" sldId="258"/>
            <ac:spMk id="2" creationId="{0BEDEBDF-C82A-4B40-9FDA-B9E873A3FB01}"/>
          </ac:spMkLst>
        </pc:spChg>
        <pc:graphicFrameChg chg="add mod modGraphic">
          <ac:chgData name="_ Nyabuto" userId="de7d4a1065fab06a" providerId="LiveId" clId="{1DF12B70-FCDA-45B6-8265-91C62AD6C63B}" dt="2026-05-02T23:03:25.374" v="1687"/>
          <ac:graphicFrameMkLst>
            <pc:docMk/>
            <pc:sldMk cId="2044519959" sldId="258"/>
            <ac:graphicFrameMk id="5" creationId="{32F16B7D-7C10-45CD-65E6-879F5A7BBF4E}"/>
          </ac:graphicFrameMkLst>
        </pc:graphicFrameChg>
      </pc:sldChg>
      <pc:sldChg chg="modSp mod">
        <pc:chgData name="_ Nyabuto" userId="de7d4a1065fab06a" providerId="LiveId" clId="{1DF12B70-FCDA-45B6-8265-91C62AD6C63B}" dt="2026-05-02T23:01:48.568" v="1671" actId="207"/>
        <pc:sldMkLst>
          <pc:docMk/>
          <pc:sldMk cId="2481055395" sldId="259"/>
        </pc:sldMkLst>
        <pc:spChg chg="mod">
          <ac:chgData name="_ Nyabuto" userId="de7d4a1065fab06a" providerId="LiveId" clId="{1DF12B70-FCDA-45B6-8265-91C62AD6C63B}" dt="2026-05-02T23:01:48.568" v="1671" actId="207"/>
          <ac:spMkLst>
            <pc:docMk/>
            <pc:sldMk cId="2481055395" sldId="259"/>
            <ac:spMk id="2" creationId="{E247051C-DBFE-46BB-A187-49FC206E89F8}"/>
          </ac:spMkLst>
        </pc:spChg>
        <pc:spChg chg="mod">
          <ac:chgData name="_ Nyabuto" userId="de7d4a1065fab06a" providerId="LiveId" clId="{1DF12B70-FCDA-45B6-8265-91C62AD6C63B}" dt="2026-05-02T23:01:44.408" v="1670" actId="207"/>
          <ac:spMkLst>
            <pc:docMk/>
            <pc:sldMk cId="2481055395" sldId="259"/>
            <ac:spMk id="3" creationId="{785C82B6-EB95-4291-AC6D-8EFF82D5A065}"/>
          </ac:spMkLst>
        </pc:spChg>
      </pc:sldChg>
      <pc:sldChg chg="modSp mod setBg">
        <pc:chgData name="_ Nyabuto" userId="de7d4a1065fab06a" providerId="LiveId" clId="{1DF12B70-FCDA-45B6-8265-91C62AD6C63B}" dt="2026-05-02T23:02:31.073" v="1684" actId="113"/>
        <pc:sldMkLst>
          <pc:docMk/>
          <pc:sldMk cId="3140110567" sldId="260"/>
        </pc:sldMkLst>
        <pc:spChg chg="mod">
          <ac:chgData name="_ Nyabuto" userId="de7d4a1065fab06a" providerId="LiveId" clId="{1DF12B70-FCDA-45B6-8265-91C62AD6C63B}" dt="2026-05-02T23:02:10.359" v="1675" actId="14100"/>
          <ac:spMkLst>
            <pc:docMk/>
            <pc:sldMk cId="3140110567" sldId="260"/>
            <ac:spMk id="2" creationId="{817300D2-363D-4E52-A86A-269B39FEE492}"/>
          </ac:spMkLst>
        </pc:spChg>
        <pc:spChg chg="mod">
          <ac:chgData name="_ Nyabuto" userId="de7d4a1065fab06a" providerId="LiveId" clId="{1DF12B70-FCDA-45B6-8265-91C62AD6C63B}" dt="2026-05-02T23:02:31.073" v="1684" actId="113"/>
          <ac:spMkLst>
            <pc:docMk/>
            <pc:sldMk cId="3140110567" sldId="260"/>
            <ac:spMk id="3" creationId="{6517543E-B0DA-443F-9615-B0572EEE3652}"/>
          </ac:spMkLst>
        </pc:spChg>
      </pc:sldChg>
      <pc:sldChg chg="modSp mod">
        <pc:chgData name="_ Nyabuto" userId="de7d4a1065fab06a" providerId="LiveId" clId="{1DF12B70-FCDA-45B6-8265-91C62AD6C63B}" dt="2026-05-02T23:04:04.964" v="1691" actId="207"/>
        <pc:sldMkLst>
          <pc:docMk/>
          <pc:sldMk cId="1741735162" sldId="261"/>
        </pc:sldMkLst>
        <pc:spChg chg="mod">
          <ac:chgData name="_ Nyabuto" userId="de7d4a1065fab06a" providerId="LiveId" clId="{1DF12B70-FCDA-45B6-8265-91C62AD6C63B}" dt="2026-05-02T23:04:04.964" v="1691" actId="207"/>
          <ac:spMkLst>
            <pc:docMk/>
            <pc:sldMk cId="1741735162" sldId="261"/>
            <ac:spMk id="2" creationId="{D5200216-DDDF-4BC3-A84C-83AD55DD3D28}"/>
          </ac:spMkLst>
        </pc:spChg>
        <pc:spChg chg="mod">
          <ac:chgData name="_ Nyabuto" userId="de7d4a1065fab06a" providerId="LiveId" clId="{1DF12B70-FCDA-45B6-8265-91C62AD6C63B}" dt="2026-05-02T23:03:55.829" v="1690" actId="207"/>
          <ac:spMkLst>
            <pc:docMk/>
            <pc:sldMk cId="1741735162" sldId="261"/>
            <ac:spMk id="3" creationId="{48B988BF-4C4C-4B38-B660-AF71AFE957DD}"/>
          </ac:spMkLst>
        </pc:spChg>
      </pc:sldChg>
      <pc:sldChg chg="modSp mod">
        <pc:chgData name="_ Nyabuto" userId="de7d4a1065fab06a" providerId="LiveId" clId="{1DF12B70-FCDA-45B6-8265-91C62AD6C63B}" dt="2026-05-02T23:01:20.310" v="1667" actId="207"/>
        <pc:sldMkLst>
          <pc:docMk/>
          <pc:sldMk cId="2398584893" sldId="262"/>
        </pc:sldMkLst>
        <pc:spChg chg="mod">
          <ac:chgData name="_ Nyabuto" userId="de7d4a1065fab06a" providerId="LiveId" clId="{1DF12B70-FCDA-45B6-8265-91C62AD6C63B}" dt="2026-05-02T23:01:20.310" v="1667" actId="207"/>
          <ac:spMkLst>
            <pc:docMk/>
            <pc:sldMk cId="2398584893" sldId="262"/>
            <ac:spMk id="2" creationId="{17D433DB-FDB0-8B9C-DEC0-805D5CA2A2B5}"/>
          </ac:spMkLst>
        </pc:spChg>
        <pc:spChg chg="mod">
          <ac:chgData name="_ Nyabuto" userId="de7d4a1065fab06a" providerId="LiveId" clId="{1DF12B70-FCDA-45B6-8265-91C62AD6C63B}" dt="2026-05-02T23:01:16.313" v="1666" actId="207"/>
          <ac:spMkLst>
            <pc:docMk/>
            <pc:sldMk cId="2398584893" sldId="262"/>
            <ac:spMk id="3" creationId="{D5AE8D9E-F363-CCC0-5ADA-C36871C2B4AB}"/>
          </ac:spMkLst>
        </pc:spChg>
      </pc:sldChg>
      <pc:sldChg chg="modSp new mod">
        <pc:chgData name="_ Nyabuto" userId="de7d4a1065fab06a" providerId="LiveId" clId="{1DF12B70-FCDA-45B6-8265-91C62AD6C63B}" dt="2026-05-02T23:03:42.665" v="1689" actId="207"/>
        <pc:sldMkLst>
          <pc:docMk/>
          <pc:sldMk cId="2048227814" sldId="264"/>
        </pc:sldMkLst>
        <pc:spChg chg="mod">
          <ac:chgData name="_ Nyabuto" userId="de7d4a1065fab06a" providerId="LiveId" clId="{1DF12B70-FCDA-45B6-8265-91C62AD6C63B}" dt="2026-05-02T23:03:42.665" v="1689" actId="207"/>
          <ac:spMkLst>
            <pc:docMk/>
            <pc:sldMk cId="2048227814" sldId="264"/>
            <ac:spMk id="2" creationId="{8757EBD3-6A9E-E20B-3731-94874DC77C2D}"/>
          </ac:spMkLst>
        </pc:spChg>
        <pc:spChg chg="mod">
          <ac:chgData name="_ Nyabuto" userId="de7d4a1065fab06a" providerId="LiveId" clId="{1DF12B70-FCDA-45B6-8265-91C62AD6C63B}" dt="2026-05-02T23:03:36.315" v="1688" actId="207"/>
          <ac:spMkLst>
            <pc:docMk/>
            <pc:sldMk cId="2048227814" sldId="264"/>
            <ac:spMk id="3" creationId="{5629CD50-D47C-5FA5-DDE5-AF86A12F2A7F}"/>
          </ac:spMkLst>
        </pc:spChg>
      </pc:sldChg>
      <pc:sldMasterChg chg="setBg modSldLayout">
        <pc:chgData name="_ Nyabuto" userId="de7d4a1065fab06a" providerId="LiveId" clId="{1DF12B70-FCDA-45B6-8265-91C62AD6C63B}" dt="2026-05-02T22:58:24.242" v="1656"/>
        <pc:sldMasterMkLst>
          <pc:docMk/>
          <pc:sldMasterMk cId="0" sldId="2147483648"/>
        </pc:sldMasterMkLst>
        <pc:sldLayoutChg chg="setBg">
          <pc:chgData name="_ Nyabuto" userId="de7d4a1065fab06a" providerId="LiveId" clId="{1DF12B70-FCDA-45B6-8265-91C62AD6C63B}" dt="2026-05-02T22:58:24.242" v="1656"/>
          <pc:sldLayoutMkLst>
            <pc:docMk/>
            <pc:sldMasterMk cId="0" sldId="2147483648"/>
            <pc:sldLayoutMk cId="0" sldId="2147483649"/>
          </pc:sldLayoutMkLst>
        </pc:sldLayoutChg>
        <pc:sldLayoutChg chg="setBg">
          <pc:chgData name="_ Nyabuto" userId="de7d4a1065fab06a" providerId="LiveId" clId="{1DF12B70-FCDA-45B6-8265-91C62AD6C63B}" dt="2026-05-02T22:58:24.242" v="1656"/>
          <pc:sldLayoutMkLst>
            <pc:docMk/>
            <pc:sldMasterMk cId="0" sldId="2147483648"/>
            <pc:sldLayoutMk cId="0" sldId="2147483650"/>
          </pc:sldLayoutMkLst>
        </pc:sldLayoutChg>
        <pc:sldLayoutChg chg="setBg">
          <pc:chgData name="_ Nyabuto" userId="de7d4a1065fab06a" providerId="LiveId" clId="{1DF12B70-FCDA-45B6-8265-91C62AD6C63B}" dt="2026-05-02T22:58:24.242" v="1656"/>
          <pc:sldLayoutMkLst>
            <pc:docMk/>
            <pc:sldMasterMk cId="0" sldId="2147483648"/>
            <pc:sldLayoutMk cId="0" sldId="2147483651"/>
          </pc:sldLayoutMkLst>
        </pc:sldLayoutChg>
        <pc:sldLayoutChg chg="setBg">
          <pc:chgData name="_ Nyabuto" userId="de7d4a1065fab06a" providerId="LiveId" clId="{1DF12B70-FCDA-45B6-8265-91C62AD6C63B}" dt="2026-05-02T22:58:24.242" v="1656"/>
          <pc:sldLayoutMkLst>
            <pc:docMk/>
            <pc:sldMasterMk cId="0" sldId="2147483648"/>
            <pc:sldLayoutMk cId="0" sldId="2147483652"/>
          </pc:sldLayoutMkLst>
        </pc:sldLayoutChg>
        <pc:sldLayoutChg chg="setBg">
          <pc:chgData name="_ Nyabuto" userId="de7d4a1065fab06a" providerId="LiveId" clId="{1DF12B70-FCDA-45B6-8265-91C62AD6C63B}" dt="2026-05-02T22:58:24.242" v="1656"/>
          <pc:sldLayoutMkLst>
            <pc:docMk/>
            <pc:sldMasterMk cId="0" sldId="2147483648"/>
            <pc:sldLayoutMk cId="0" sldId="2147483653"/>
          </pc:sldLayoutMkLst>
        </pc:sldLayoutChg>
        <pc:sldLayoutChg chg="setBg">
          <pc:chgData name="_ Nyabuto" userId="de7d4a1065fab06a" providerId="LiveId" clId="{1DF12B70-FCDA-45B6-8265-91C62AD6C63B}" dt="2026-05-02T22:58:24.242" v="1656"/>
          <pc:sldLayoutMkLst>
            <pc:docMk/>
            <pc:sldMasterMk cId="0" sldId="2147483648"/>
            <pc:sldLayoutMk cId="0" sldId="2147483654"/>
          </pc:sldLayoutMkLst>
        </pc:sldLayoutChg>
        <pc:sldLayoutChg chg="setBg">
          <pc:chgData name="_ Nyabuto" userId="de7d4a1065fab06a" providerId="LiveId" clId="{1DF12B70-FCDA-45B6-8265-91C62AD6C63B}" dt="2026-05-02T22:58:24.242" v="1656"/>
          <pc:sldLayoutMkLst>
            <pc:docMk/>
            <pc:sldMasterMk cId="0" sldId="2147483648"/>
            <pc:sldLayoutMk cId="0" sldId="2147483655"/>
          </pc:sldLayoutMkLst>
        </pc:sldLayoutChg>
        <pc:sldLayoutChg chg="setBg">
          <pc:chgData name="_ Nyabuto" userId="de7d4a1065fab06a" providerId="LiveId" clId="{1DF12B70-FCDA-45B6-8265-91C62AD6C63B}" dt="2026-05-02T22:58:24.242" v="1656"/>
          <pc:sldLayoutMkLst>
            <pc:docMk/>
            <pc:sldMasterMk cId="0" sldId="2147483648"/>
            <pc:sldLayoutMk cId="0" sldId="2147483656"/>
          </pc:sldLayoutMkLst>
        </pc:sldLayoutChg>
        <pc:sldLayoutChg chg="setBg">
          <pc:chgData name="_ Nyabuto" userId="de7d4a1065fab06a" providerId="LiveId" clId="{1DF12B70-FCDA-45B6-8265-91C62AD6C63B}" dt="2026-05-02T22:58:24.242" v="1656"/>
          <pc:sldLayoutMkLst>
            <pc:docMk/>
            <pc:sldMasterMk cId="0" sldId="2147483648"/>
            <pc:sldLayoutMk cId="0" sldId="2147483657"/>
          </pc:sldLayoutMkLst>
        </pc:sldLayoutChg>
        <pc:sldLayoutChg chg="setBg">
          <pc:chgData name="_ Nyabuto" userId="de7d4a1065fab06a" providerId="LiveId" clId="{1DF12B70-FCDA-45B6-8265-91C62AD6C63B}" dt="2026-05-02T22:58:24.242" v="1656"/>
          <pc:sldLayoutMkLst>
            <pc:docMk/>
            <pc:sldMasterMk cId="0" sldId="2147483648"/>
            <pc:sldLayoutMk cId="0" sldId="2147483658"/>
          </pc:sldLayoutMkLst>
        </pc:sldLayoutChg>
        <pc:sldLayoutChg chg="setBg">
          <pc:chgData name="_ Nyabuto" userId="de7d4a1065fab06a" providerId="LiveId" clId="{1DF12B70-FCDA-45B6-8265-91C62AD6C63B}" dt="2026-05-02T22:58:24.242" v="1656"/>
          <pc:sldLayoutMkLst>
            <pc:docMk/>
            <pc:sldMasterMk cId="0" sldId="2147483648"/>
            <pc:sldLayoutMk cId="0" sldId="2147483659"/>
          </pc:sldLayoutMkLst>
        </pc:sldLayoutChg>
        <pc:sldLayoutChg chg="setBg">
          <pc:chgData name="_ Nyabuto" userId="de7d4a1065fab06a" providerId="LiveId" clId="{1DF12B70-FCDA-45B6-8265-91C62AD6C63B}" dt="2026-05-02T22:58:24.242" v="1656"/>
          <pc:sldLayoutMkLst>
            <pc:docMk/>
            <pc:sldMasterMk cId="0" sldId="2147483648"/>
            <pc:sldLayoutMk cId="0" sldId="2147483660"/>
          </pc:sldLayoutMkLst>
        </pc:sldLayoutChg>
        <pc:sldLayoutChg chg="setBg">
          <pc:chgData name="_ Nyabuto" userId="de7d4a1065fab06a" providerId="LiveId" clId="{1DF12B70-FCDA-45B6-8265-91C62AD6C63B}" dt="2026-05-02T22:58:24.242" v="1656"/>
          <pc:sldLayoutMkLst>
            <pc:docMk/>
            <pc:sldMasterMk cId="0" sldId="2147483648"/>
            <pc:sldLayoutMk cId="0" sldId="2147483661"/>
          </pc:sldLayoutMkLst>
        </pc:sldLayoutChg>
        <pc:sldLayoutChg chg="setBg">
          <pc:chgData name="_ Nyabuto" userId="de7d4a1065fab06a" providerId="LiveId" clId="{1DF12B70-FCDA-45B6-8265-91C62AD6C63B}" dt="2026-05-02T22:58:24.242" v="1656"/>
          <pc:sldLayoutMkLst>
            <pc:docMk/>
            <pc:sldMasterMk cId="0" sldId="2147483648"/>
            <pc:sldLayoutMk cId="0" sldId="2147483663"/>
          </pc:sldLayoutMkLst>
        </pc:sldLayoutChg>
        <pc:sldLayoutChg chg="setBg">
          <pc:chgData name="_ Nyabuto" userId="de7d4a1065fab06a" providerId="LiveId" clId="{1DF12B70-FCDA-45B6-8265-91C62AD6C63B}" dt="2026-05-02T22:58:24.242" v="1656"/>
          <pc:sldLayoutMkLst>
            <pc:docMk/>
            <pc:sldMasterMk cId="0" sldId="2147483648"/>
            <pc:sldLayoutMk cId="0" sldId="2147483666"/>
          </pc:sldLayoutMkLst>
        </pc:sldLayoutChg>
        <pc:sldLayoutChg chg="setBg">
          <pc:chgData name="_ Nyabuto" userId="de7d4a1065fab06a" providerId="LiveId" clId="{1DF12B70-FCDA-45B6-8265-91C62AD6C63B}" dt="2026-05-02T22:58:24.242" v="1656"/>
          <pc:sldLayoutMkLst>
            <pc:docMk/>
            <pc:sldMasterMk cId="0" sldId="2147483648"/>
            <pc:sldLayoutMk cId="0" sldId="2147483667"/>
          </pc:sldLayoutMkLst>
        </pc:sldLayoutChg>
        <pc:sldLayoutChg chg="setBg">
          <pc:chgData name="_ Nyabuto" userId="de7d4a1065fab06a" providerId="LiveId" clId="{1DF12B70-FCDA-45B6-8265-91C62AD6C63B}" dt="2026-05-02T22:58:24.242" v="1656"/>
          <pc:sldLayoutMkLst>
            <pc:docMk/>
            <pc:sldMasterMk cId="0" sldId="2147483648"/>
            <pc:sldLayoutMk cId="0" sldId="2147483668"/>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194292-6FEB-4AAB-AE45-CE7817C0A26C}" type="doc">
      <dgm:prSet loTypeId="urn:microsoft.com/office/officeart/2005/8/layout/default" loCatId="list" qsTypeId="urn:microsoft.com/office/officeart/2005/8/quickstyle/simple1" qsCatId="simple" csTypeId="urn:microsoft.com/office/officeart/2005/8/colors/accent0_3" csCatId="mainScheme" phldr="1"/>
      <dgm:spPr/>
      <dgm:t>
        <a:bodyPr/>
        <a:lstStyle/>
        <a:p>
          <a:endParaRPr lang="en-US"/>
        </a:p>
      </dgm:t>
    </dgm:pt>
    <dgm:pt modelId="{6723679A-EF05-4BDE-AF9F-8C37028DBBD9}">
      <dgm:prSet/>
      <dgm:spPr>
        <a:solidFill>
          <a:schemeClr val="accent4">
            <a:lumMod val="20000"/>
            <a:lumOff val="80000"/>
          </a:schemeClr>
        </a:solidFill>
        <a:ln>
          <a:noFill/>
        </a:ln>
      </dgm:spPr>
      <dgm:t>
        <a:bodyPr/>
        <a:lstStyle/>
        <a:p>
          <a:pPr algn="ctr"/>
          <a:r>
            <a:rPr lang="en-US" b="1" dirty="0">
              <a:solidFill>
                <a:srgbClr val="4E342E"/>
              </a:solidFill>
            </a:rPr>
            <a:t>Revenue(KES)</a:t>
          </a:r>
        </a:p>
        <a:p>
          <a:pPr algn="ctr"/>
          <a:r>
            <a:rPr lang="en-US" dirty="0">
              <a:solidFill>
                <a:srgbClr val="4E342E"/>
              </a:solidFill>
            </a:rPr>
            <a:t>8.47 Million</a:t>
          </a:r>
        </a:p>
      </dgm:t>
    </dgm:pt>
    <dgm:pt modelId="{F8A891C3-6E55-4A11-8F3B-CD470E7E224D}" type="parTrans" cxnId="{166DA549-D9D8-4594-9B38-189A721F42BE}">
      <dgm:prSet/>
      <dgm:spPr/>
      <dgm:t>
        <a:bodyPr/>
        <a:lstStyle/>
        <a:p>
          <a:endParaRPr lang="en-US"/>
        </a:p>
      </dgm:t>
    </dgm:pt>
    <dgm:pt modelId="{705C383B-0444-46B3-B5AF-905C1E2DB0BD}" type="sibTrans" cxnId="{166DA549-D9D8-4594-9B38-189A721F42BE}">
      <dgm:prSet/>
      <dgm:spPr/>
      <dgm:t>
        <a:bodyPr/>
        <a:lstStyle/>
        <a:p>
          <a:endParaRPr lang="en-US"/>
        </a:p>
      </dgm:t>
    </dgm:pt>
    <dgm:pt modelId="{F0BA1582-05DF-45BF-964E-EF7B2A513C5A}">
      <dgm:prSet/>
      <dgm:spPr>
        <a:solidFill>
          <a:schemeClr val="accent4">
            <a:lumMod val="20000"/>
            <a:lumOff val="80000"/>
          </a:schemeClr>
        </a:solidFill>
        <a:ln>
          <a:noFill/>
        </a:ln>
      </dgm:spPr>
      <dgm:t>
        <a:bodyPr/>
        <a:lstStyle/>
        <a:p>
          <a:pPr algn="ctr"/>
          <a:r>
            <a:rPr lang="en-US" b="1" dirty="0">
              <a:solidFill>
                <a:srgbClr val="4E342E"/>
              </a:solidFill>
            </a:rPr>
            <a:t>Bookings</a:t>
          </a:r>
        </a:p>
        <a:p>
          <a:pPr algn="ctr"/>
          <a:r>
            <a:rPr lang="en-US" b="0" dirty="0">
              <a:solidFill>
                <a:srgbClr val="4E342E"/>
              </a:solidFill>
            </a:rPr>
            <a:t>285 </a:t>
          </a:r>
        </a:p>
      </dgm:t>
    </dgm:pt>
    <dgm:pt modelId="{17CA59B2-FCE0-4251-BEDE-EDF0AB4AF89A}" type="parTrans" cxnId="{06BA6472-1D7A-4091-8DE4-5CEC666EF07C}">
      <dgm:prSet/>
      <dgm:spPr/>
      <dgm:t>
        <a:bodyPr/>
        <a:lstStyle/>
        <a:p>
          <a:endParaRPr lang="en-US"/>
        </a:p>
      </dgm:t>
    </dgm:pt>
    <dgm:pt modelId="{6D0B1DD9-2F75-4C00-8BB0-ADFEA8B7FD2D}" type="sibTrans" cxnId="{06BA6472-1D7A-4091-8DE4-5CEC666EF07C}">
      <dgm:prSet/>
      <dgm:spPr/>
      <dgm:t>
        <a:bodyPr/>
        <a:lstStyle/>
        <a:p>
          <a:endParaRPr lang="en-US"/>
        </a:p>
      </dgm:t>
    </dgm:pt>
    <dgm:pt modelId="{7CB2B45B-3A01-4319-A78F-E0F03A61A869}">
      <dgm:prSet/>
      <dgm:spPr>
        <a:solidFill>
          <a:schemeClr val="accent4">
            <a:lumMod val="20000"/>
            <a:lumOff val="80000"/>
          </a:schemeClr>
        </a:solidFill>
        <a:ln>
          <a:noFill/>
        </a:ln>
      </dgm:spPr>
      <dgm:t>
        <a:bodyPr/>
        <a:lstStyle/>
        <a:p>
          <a:pPr algn="ctr"/>
          <a:r>
            <a:rPr lang="en-US" b="1" dirty="0">
              <a:solidFill>
                <a:srgbClr val="4E342E"/>
              </a:solidFill>
            </a:rPr>
            <a:t>Average Nights Stayed</a:t>
          </a:r>
        </a:p>
        <a:p>
          <a:pPr algn="ctr"/>
          <a:r>
            <a:rPr lang="en-US" b="1" dirty="0">
              <a:solidFill>
                <a:srgbClr val="4E342E"/>
              </a:solidFill>
            </a:rPr>
            <a:t>3</a:t>
          </a:r>
        </a:p>
        <a:p>
          <a:pPr algn="ctr"/>
          <a:endParaRPr lang="en-US" dirty="0">
            <a:solidFill>
              <a:srgbClr val="4E342E"/>
            </a:solidFill>
          </a:endParaRPr>
        </a:p>
      </dgm:t>
    </dgm:pt>
    <dgm:pt modelId="{F1C14806-DA50-47FF-B220-AB4508FCFF88}" type="parTrans" cxnId="{7A2D102E-2021-4A6E-A177-BE4527A04024}">
      <dgm:prSet/>
      <dgm:spPr/>
      <dgm:t>
        <a:bodyPr/>
        <a:lstStyle/>
        <a:p>
          <a:endParaRPr lang="en-US"/>
        </a:p>
      </dgm:t>
    </dgm:pt>
    <dgm:pt modelId="{28B0376D-F820-4D62-8824-74F3F3A1E342}" type="sibTrans" cxnId="{7A2D102E-2021-4A6E-A177-BE4527A04024}">
      <dgm:prSet/>
      <dgm:spPr/>
      <dgm:t>
        <a:bodyPr/>
        <a:lstStyle/>
        <a:p>
          <a:endParaRPr lang="en-US"/>
        </a:p>
      </dgm:t>
    </dgm:pt>
    <dgm:pt modelId="{9161A801-D9E8-49DA-B86B-7AC9AC5DDDB8}">
      <dgm:prSet/>
      <dgm:spPr>
        <a:solidFill>
          <a:schemeClr val="accent4">
            <a:lumMod val="20000"/>
            <a:lumOff val="80000"/>
          </a:schemeClr>
        </a:solidFill>
        <a:ln>
          <a:noFill/>
        </a:ln>
      </dgm:spPr>
      <dgm:t>
        <a:bodyPr/>
        <a:lstStyle/>
        <a:p>
          <a:pPr algn="ctr"/>
          <a:r>
            <a:rPr lang="en-US" b="1" dirty="0">
              <a:solidFill>
                <a:srgbClr val="4E342E"/>
              </a:solidFill>
            </a:rPr>
            <a:t>Cancellation Rate</a:t>
          </a:r>
        </a:p>
        <a:p>
          <a:pPr algn="ctr"/>
          <a:r>
            <a:rPr lang="en-US" b="1" dirty="0">
              <a:solidFill>
                <a:srgbClr val="4E342E"/>
              </a:solidFill>
            </a:rPr>
            <a:t>8.07%</a:t>
          </a:r>
        </a:p>
        <a:p>
          <a:pPr algn="ctr"/>
          <a:endParaRPr lang="en-US" dirty="0">
            <a:solidFill>
              <a:srgbClr val="4E342E"/>
            </a:solidFill>
          </a:endParaRPr>
        </a:p>
      </dgm:t>
    </dgm:pt>
    <dgm:pt modelId="{EDAA261B-A719-49A7-B898-AB061F6094B5}" type="parTrans" cxnId="{C9AA54DD-0D21-4B94-BA15-62D877C49AF2}">
      <dgm:prSet/>
      <dgm:spPr/>
      <dgm:t>
        <a:bodyPr/>
        <a:lstStyle/>
        <a:p>
          <a:endParaRPr lang="en-US"/>
        </a:p>
      </dgm:t>
    </dgm:pt>
    <dgm:pt modelId="{FCEC14A1-70E6-4D37-B7F9-7E0F5F076403}" type="sibTrans" cxnId="{C9AA54DD-0D21-4B94-BA15-62D877C49AF2}">
      <dgm:prSet/>
      <dgm:spPr/>
      <dgm:t>
        <a:bodyPr/>
        <a:lstStyle/>
        <a:p>
          <a:endParaRPr lang="en-US"/>
        </a:p>
      </dgm:t>
    </dgm:pt>
    <dgm:pt modelId="{50342CA0-D4ED-4242-B1AB-9DBED86B4F91}">
      <dgm:prSet/>
      <dgm:spPr>
        <a:solidFill>
          <a:schemeClr val="accent4">
            <a:lumMod val="20000"/>
            <a:lumOff val="80000"/>
          </a:schemeClr>
        </a:solidFill>
        <a:ln>
          <a:noFill/>
        </a:ln>
      </dgm:spPr>
      <dgm:t>
        <a:bodyPr/>
        <a:lstStyle/>
        <a:p>
          <a:pPr algn="ctr"/>
          <a:r>
            <a:rPr lang="en-US" b="1" dirty="0">
              <a:solidFill>
                <a:srgbClr val="4E342E"/>
              </a:solidFill>
            </a:rPr>
            <a:t>Average Rating</a:t>
          </a:r>
        </a:p>
        <a:p>
          <a:pPr algn="ctr"/>
          <a:r>
            <a:rPr lang="en-US" b="1" dirty="0">
              <a:solidFill>
                <a:srgbClr val="4E342E"/>
              </a:solidFill>
            </a:rPr>
            <a:t>3.04</a:t>
          </a:r>
        </a:p>
        <a:p>
          <a:pPr algn="ctr"/>
          <a:endParaRPr lang="en-US" dirty="0">
            <a:solidFill>
              <a:srgbClr val="4E342E"/>
            </a:solidFill>
          </a:endParaRPr>
        </a:p>
      </dgm:t>
    </dgm:pt>
    <dgm:pt modelId="{9DED73CC-8250-48A4-8602-E934913FBF0A}" type="parTrans" cxnId="{8E15F12C-71E7-45F4-A2B8-CB680691E6E0}">
      <dgm:prSet/>
      <dgm:spPr/>
      <dgm:t>
        <a:bodyPr/>
        <a:lstStyle/>
        <a:p>
          <a:endParaRPr lang="en-US"/>
        </a:p>
      </dgm:t>
    </dgm:pt>
    <dgm:pt modelId="{D4549E33-987D-4ACD-9663-A480CB885029}" type="sibTrans" cxnId="{8E15F12C-71E7-45F4-A2B8-CB680691E6E0}">
      <dgm:prSet/>
      <dgm:spPr/>
      <dgm:t>
        <a:bodyPr/>
        <a:lstStyle/>
        <a:p>
          <a:endParaRPr lang="en-US"/>
        </a:p>
      </dgm:t>
    </dgm:pt>
    <dgm:pt modelId="{323F6EBE-8F2F-40A5-A42C-B735722A1C25}" type="pres">
      <dgm:prSet presAssocID="{35194292-6FEB-4AAB-AE45-CE7817C0A26C}" presName="diagram" presStyleCnt="0">
        <dgm:presLayoutVars>
          <dgm:dir/>
          <dgm:resizeHandles val="exact"/>
        </dgm:presLayoutVars>
      </dgm:prSet>
      <dgm:spPr/>
    </dgm:pt>
    <dgm:pt modelId="{DBEF419F-D743-45EE-A47E-39BC1D5C846D}" type="pres">
      <dgm:prSet presAssocID="{6723679A-EF05-4BDE-AF9F-8C37028DBBD9}" presName="node" presStyleLbl="node1" presStyleIdx="0" presStyleCnt="5">
        <dgm:presLayoutVars>
          <dgm:bulletEnabled val="1"/>
        </dgm:presLayoutVars>
      </dgm:prSet>
      <dgm:spPr/>
    </dgm:pt>
    <dgm:pt modelId="{13A12D7D-A80D-44FF-B841-AFA16C982115}" type="pres">
      <dgm:prSet presAssocID="{705C383B-0444-46B3-B5AF-905C1E2DB0BD}" presName="sibTrans" presStyleCnt="0"/>
      <dgm:spPr/>
    </dgm:pt>
    <dgm:pt modelId="{3B75D78A-F3F0-4667-BBA9-46EE994997E5}" type="pres">
      <dgm:prSet presAssocID="{F0BA1582-05DF-45BF-964E-EF7B2A513C5A}" presName="node" presStyleLbl="node1" presStyleIdx="1" presStyleCnt="5">
        <dgm:presLayoutVars>
          <dgm:bulletEnabled val="1"/>
        </dgm:presLayoutVars>
      </dgm:prSet>
      <dgm:spPr/>
    </dgm:pt>
    <dgm:pt modelId="{CF10A432-49BB-4046-8250-B8A12A9A00A6}" type="pres">
      <dgm:prSet presAssocID="{6D0B1DD9-2F75-4C00-8BB0-ADFEA8B7FD2D}" presName="sibTrans" presStyleCnt="0"/>
      <dgm:spPr/>
    </dgm:pt>
    <dgm:pt modelId="{613C4764-590E-43F9-B48B-28DD34C19679}" type="pres">
      <dgm:prSet presAssocID="{7CB2B45B-3A01-4319-A78F-E0F03A61A869}" presName="node" presStyleLbl="node1" presStyleIdx="2" presStyleCnt="5">
        <dgm:presLayoutVars>
          <dgm:bulletEnabled val="1"/>
        </dgm:presLayoutVars>
      </dgm:prSet>
      <dgm:spPr/>
    </dgm:pt>
    <dgm:pt modelId="{0B2F1E04-8FFF-46EC-8D6E-D4B8374F6B4C}" type="pres">
      <dgm:prSet presAssocID="{28B0376D-F820-4D62-8824-74F3F3A1E342}" presName="sibTrans" presStyleCnt="0"/>
      <dgm:spPr/>
    </dgm:pt>
    <dgm:pt modelId="{1AAFDBA3-1DC8-4ABE-BE11-4B4500312032}" type="pres">
      <dgm:prSet presAssocID="{9161A801-D9E8-49DA-B86B-7AC9AC5DDDB8}" presName="node" presStyleLbl="node1" presStyleIdx="3" presStyleCnt="5">
        <dgm:presLayoutVars>
          <dgm:bulletEnabled val="1"/>
        </dgm:presLayoutVars>
      </dgm:prSet>
      <dgm:spPr/>
    </dgm:pt>
    <dgm:pt modelId="{2FD5C85B-89B6-4FD9-94D4-C02457EA72E2}" type="pres">
      <dgm:prSet presAssocID="{FCEC14A1-70E6-4D37-B7F9-7E0F5F076403}" presName="sibTrans" presStyleCnt="0"/>
      <dgm:spPr/>
    </dgm:pt>
    <dgm:pt modelId="{04441FBC-53D4-4EB5-9701-CAD536FE4D49}" type="pres">
      <dgm:prSet presAssocID="{50342CA0-D4ED-4242-B1AB-9DBED86B4F91}" presName="node" presStyleLbl="node1" presStyleIdx="4" presStyleCnt="5">
        <dgm:presLayoutVars>
          <dgm:bulletEnabled val="1"/>
        </dgm:presLayoutVars>
      </dgm:prSet>
      <dgm:spPr/>
    </dgm:pt>
  </dgm:ptLst>
  <dgm:cxnLst>
    <dgm:cxn modelId="{8FE25D19-EA8B-453E-9B2E-8C5D1EAD11C9}" type="presOf" srcId="{6723679A-EF05-4BDE-AF9F-8C37028DBBD9}" destId="{DBEF419F-D743-45EE-A47E-39BC1D5C846D}" srcOrd="0" destOrd="0" presId="urn:microsoft.com/office/officeart/2005/8/layout/default"/>
    <dgm:cxn modelId="{8E15F12C-71E7-45F4-A2B8-CB680691E6E0}" srcId="{35194292-6FEB-4AAB-AE45-CE7817C0A26C}" destId="{50342CA0-D4ED-4242-B1AB-9DBED86B4F91}" srcOrd="4" destOrd="0" parTransId="{9DED73CC-8250-48A4-8602-E934913FBF0A}" sibTransId="{D4549E33-987D-4ACD-9663-A480CB885029}"/>
    <dgm:cxn modelId="{7A2D102E-2021-4A6E-A177-BE4527A04024}" srcId="{35194292-6FEB-4AAB-AE45-CE7817C0A26C}" destId="{7CB2B45B-3A01-4319-A78F-E0F03A61A869}" srcOrd="2" destOrd="0" parTransId="{F1C14806-DA50-47FF-B220-AB4508FCFF88}" sibTransId="{28B0376D-F820-4D62-8824-74F3F3A1E342}"/>
    <dgm:cxn modelId="{8BD31A5E-00C9-4DA1-9517-91C264149DEE}" type="presOf" srcId="{7CB2B45B-3A01-4319-A78F-E0F03A61A869}" destId="{613C4764-590E-43F9-B48B-28DD34C19679}" srcOrd="0" destOrd="0" presId="urn:microsoft.com/office/officeart/2005/8/layout/default"/>
    <dgm:cxn modelId="{166DA549-D9D8-4594-9B38-189A721F42BE}" srcId="{35194292-6FEB-4AAB-AE45-CE7817C0A26C}" destId="{6723679A-EF05-4BDE-AF9F-8C37028DBBD9}" srcOrd="0" destOrd="0" parTransId="{F8A891C3-6E55-4A11-8F3B-CD470E7E224D}" sibTransId="{705C383B-0444-46B3-B5AF-905C1E2DB0BD}"/>
    <dgm:cxn modelId="{06BA6472-1D7A-4091-8DE4-5CEC666EF07C}" srcId="{35194292-6FEB-4AAB-AE45-CE7817C0A26C}" destId="{F0BA1582-05DF-45BF-964E-EF7B2A513C5A}" srcOrd="1" destOrd="0" parTransId="{17CA59B2-FCE0-4251-BEDE-EDF0AB4AF89A}" sibTransId="{6D0B1DD9-2F75-4C00-8BB0-ADFEA8B7FD2D}"/>
    <dgm:cxn modelId="{B0406874-EDDC-4A47-AE75-58AD2380C3CF}" type="presOf" srcId="{50342CA0-D4ED-4242-B1AB-9DBED86B4F91}" destId="{04441FBC-53D4-4EB5-9701-CAD536FE4D49}" srcOrd="0" destOrd="0" presId="urn:microsoft.com/office/officeart/2005/8/layout/default"/>
    <dgm:cxn modelId="{8AB70E8A-B871-4B2F-94A4-654548FE86C8}" type="presOf" srcId="{35194292-6FEB-4AAB-AE45-CE7817C0A26C}" destId="{323F6EBE-8F2F-40A5-A42C-B735722A1C25}" srcOrd="0" destOrd="0" presId="urn:microsoft.com/office/officeart/2005/8/layout/default"/>
    <dgm:cxn modelId="{6CD8C28D-CB49-474D-8C20-EF283E9104BD}" type="presOf" srcId="{9161A801-D9E8-49DA-B86B-7AC9AC5DDDB8}" destId="{1AAFDBA3-1DC8-4ABE-BE11-4B4500312032}" srcOrd="0" destOrd="0" presId="urn:microsoft.com/office/officeart/2005/8/layout/default"/>
    <dgm:cxn modelId="{C9AA54DD-0D21-4B94-BA15-62D877C49AF2}" srcId="{35194292-6FEB-4AAB-AE45-CE7817C0A26C}" destId="{9161A801-D9E8-49DA-B86B-7AC9AC5DDDB8}" srcOrd="3" destOrd="0" parTransId="{EDAA261B-A719-49A7-B898-AB061F6094B5}" sibTransId="{FCEC14A1-70E6-4D37-B7F9-7E0F5F076403}"/>
    <dgm:cxn modelId="{B4200CF1-D1BA-4AB6-B360-2758B418FA15}" type="presOf" srcId="{F0BA1582-05DF-45BF-964E-EF7B2A513C5A}" destId="{3B75D78A-F3F0-4667-BBA9-46EE994997E5}" srcOrd="0" destOrd="0" presId="urn:microsoft.com/office/officeart/2005/8/layout/default"/>
    <dgm:cxn modelId="{253069D9-E730-40C0-97CB-C58C7A5480BC}" type="presParOf" srcId="{323F6EBE-8F2F-40A5-A42C-B735722A1C25}" destId="{DBEF419F-D743-45EE-A47E-39BC1D5C846D}" srcOrd="0" destOrd="0" presId="urn:microsoft.com/office/officeart/2005/8/layout/default"/>
    <dgm:cxn modelId="{A01032D9-6193-4132-950D-880DBADAC761}" type="presParOf" srcId="{323F6EBE-8F2F-40A5-A42C-B735722A1C25}" destId="{13A12D7D-A80D-44FF-B841-AFA16C982115}" srcOrd="1" destOrd="0" presId="urn:microsoft.com/office/officeart/2005/8/layout/default"/>
    <dgm:cxn modelId="{DC031380-484D-434F-BD81-483DCF3FF82A}" type="presParOf" srcId="{323F6EBE-8F2F-40A5-A42C-B735722A1C25}" destId="{3B75D78A-F3F0-4667-BBA9-46EE994997E5}" srcOrd="2" destOrd="0" presId="urn:microsoft.com/office/officeart/2005/8/layout/default"/>
    <dgm:cxn modelId="{65F033EF-90A2-45AD-BFD8-4DC3578EDE6C}" type="presParOf" srcId="{323F6EBE-8F2F-40A5-A42C-B735722A1C25}" destId="{CF10A432-49BB-4046-8250-B8A12A9A00A6}" srcOrd="3" destOrd="0" presId="urn:microsoft.com/office/officeart/2005/8/layout/default"/>
    <dgm:cxn modelId="{5FB46F6D-0915-4656-BDF5-1C57EB84BFA3}" type="presParOf" srcId="{323F6EBE-8F2F-40A5-A42C-B735722A1C25}" destId="{613C4764-590E-43F9-B48B-28DD34C19679}" srcOrd="4" destOrd="0" presId="urn:microsoft.com/office/officeart/2005/8/layout/default"/>
    <dgm:cxn modelId="{BB5E4882-4C35-4A95-9E78-029FBC4614C5}" type="presParOf" srcId="{323F6EBE-8F2F-40A5-A42C-B735722A1C25}" destId="{0B2F1E04-8FFF-46EC-8D6E-D4B8374F6B4C}" srcOrd="5" destOrd="0" presId="urn:microsoft.com/office/officeart/2005/8/layout/default"/>
    <dgm:cxn modelId="{D7D96917-5508-42FE-9FC8-2C39A38171FD}" type="presParOf" srcId="{323F6EBE-8F2F-40A5-A42C-B735722A1C25}" destId="{1AAFDBA3-1DC8-4ABE-BE11-4B4500312032}" srcOrd="6" destOrd="0" presId="urn:microsoft.com/office/officeart/2005/8/layout/default"/>
    <dgm:cxn modelId="{D2EF2D7F-B4F2-4618-9636-CBB4FD239F5C}" type="presParOf" srcId="{323F6EBE-8F2F-40A5-A42C-B735722A1C25}" destId="{2FD5C85B-89B6-4FD9-94D4-C02457EA72E2}" srcOrd="7" destOrd="0" presId="urn:microsoft.com/office/officeart/2005/8/layout/default"/>
    <dgm:cxn modelId="{E0E5B506-CD70-44A2-854F-17D9281081AD}" type="presParOf" srcId="{323F6EBE-8F2F-40A5-A42C-B735722A1C25}" destId="{04441FBC-53D4-4EB5-9701-CAD536FE4D49}"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EF419F-D743-45EE-A47E-39BC1D5C846D}">
      <dsp:nvSpPr>
        <dsp:cNvPr id="0" name=""/>
        <dsp:cNvSpPr/>
      </dsp:nvSpPr>
      <dsp:spPr>
        <a:xfrm>
          <a:off x="177105" y="1546"/>
          <a:ext cx="2327671" cy="1396603"/>
        </a:xfrm>
        <a:prstGeom prst="rect">
          <a:avLst/>
        </a:prstGeom>
        <a:solidFill>
          <a:schemeClr val="accent4">
            <a:lumMod val="20000"/>
            <a:lumOff val="8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4E342E"/>
              </a:solidFill>
            </a:rPr>
            <a:t>Revenue(KES)</a:t>
          </a:r>
        </a:p>
        <a:p>
          <a:pPr marL="0" lvl="0" indent="0" algn="ctr" defTabSz="889000">
            <a:lnSpc>
              <a:spcPct val="90000"/>
            </a:lnSpc>
            <a:spcBef>
              <a:spcPct val="0"/>
            </a:spcBef>
            <a:spcAft>
              <a:spcPct val="35000"/>
            </a:spcAft>
            <a:buNone/>
          </a:pPr>
          <a:r>
            <a:rPr lang="en-US" sz="2000" kern="1200" dirty="0">
              <a:solidFill>
                <a:srgbClr val="4E342E"/>
              </a:solidFill>
            </a:rPr>
            <a:t>8.47 Million</a:t>
          </a:r>
        </a:p>
      </dsp:txBody>
      <dsp:txXfrm>
        <a:off x="177105" y="1546"/>
        <a:ext cx="2327671" cy="1396603"/>
      </dsp:txXfrm>
    </dsp:sp>
    <dsp:sp modelId="{3B75D78A-F3F0-4667-BBA9-46EE994997E5}">
      <dsp:nvSpPr>
        <dsp:cNvPr id="0" name=""/>
        <dsp:cNvSpPr/>
      </dsp:nvSpPr>
      <dsp:spPr>
        <a:xfrm>
          <a:off x="2737544" y="1546"/>
          <a:ext cx="2327671" cy="1396603"/>
        </a:xfrm>
        <a:prstGeom prst="rect">
          <a:avLst/>
        </a:prstGeom>
        <a:solidFill>
          <a:schemeClr val="accent4">
            <a:lumMod val="20000"/>
            <a:lumOff val="8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4E342E"/>
              </a:solidFill>
            </a:rPr>
            <a:t>Bookings</a:t>
          </a:r>
        </a:p>
        <a:p>
          <a:pPr marL="0" lvl="0" indent="0" algn="ctr" defTabSz="889000">
            <a:lnSpc>
              <a:spcPct val="90000"/>
            </a:lnSpc>
            <a:spcBef>
              <a:spcPct val="0"/>
            </a:spcBef>
            <a:spcAft>
              <a:spcPct val="35000"/>
            </a:spcAft>
            <a:buNone/>
          </a:pPr>
          <a:r>
            <a:rPr lang="en-US" sz="2000" b="0" kern="1200" dirty="0">
              <a:solidFill>
                <a:srgbClr val="4E342E"/>
              </a:solidFill>
            </a:rPr>
            <a:t>285 </a:t>
          </a:r>
        </a:p>
      </dsp:txBody>
      <dsp:txXfrm>
        <a:off x="2737544" y="1546"/>
        <a:ext cx="2327671" cy="1396603"/>
      </dsp:txXfrm>
    </dsp:sp>
    <dsp:sp modelId="{613C4764-590E-43F9-B48B-28DD34C19679}">
      <dsp:nvSpPr>
        <dsp:cNvPr id="0" name=""/>
        <dsp:cNvSpPr/>
      </dsp:nvSpPr>
      <dsp:spPr>
        <a:xfrm>
          <a:off x="5297983" y="1546"/>
          <a:ext cx="2327671" cy="1396603"/>
        </a:xfrm>
        <a:prstGeom prst="rect">
          <a:avLst/>
        </a:prstGeom>
        <a:solidFill>
          <a:schemeClr val="accent4">
            <a:lumMod val="20000"/>
            <a:lumOff val="8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4E342E"/>
              </a:solidFill>
            </a:rPr>
            <a:t>Average Nights Stayed</a:t>
          </a:r>
        </a:p>
        <a:p>
          <a:pPr marL="0" lvl="0" indent="0" algn="ctr" defTabSz="889000">
            <a:lnSpc>
              <a:spcPct val="90000"/>
            </a:lnSpc>
            <a:spcBef>
              <a:spcPct val="0"/>
            </a:spcBef>
            <a:spcAft>
              <a:spcPct val="35000"/>
            </a:spcAft>
            <a:buNone/>
          </a:pPr>
          <a:r>
            <a:rPr lang="en-US" sz="2000" b="1" kern="1200" dirty="0">
              <a:solidFill>
                <a:srgbClr val="4E342E"/>
              </a:solidFill>
            </a:rPr>
            <a:t>3</a:t>
          </a:r>
        </a:p>
        <a:p>
          <a:pPr marL="0" lvl="0" indent="0" algn="ctr" defTabSz="889000">
            <a:lnSpc>
              <a:spcPct val="90000"/>
            </a:lnSpc>
            <a:spcBef>
              <a:spcPct val="0"/>
            </a:spcBef>
            <a:spcAft>
              <a:spcPct val="35000"/>
            </a:spcAft>
            <a:buNone/>
          </a:pPr>
          <a:endParaRPr lang="en-US" sz="2000" kern="1200" dirty="0">
            <a:solidFill>
              <a:srgbClr val="4E342E"/>
            </a:solidFill>
          </a:endParaRPr>
        </a:p>
      </dsp:txBody>
      <dsp:txXfrm>
        <a:off x="5297983" y="1546"/>
        <a:ext cx="2327671" cy="1396603"/>
      </dsp:txXfrm>
    </dsp:sp>
    <dsp:sp modelId="{1AAFDBA3-1DC8-4ABE-BE11-4B4500312032}">
      <dsp:nvSpPr>
        <dsp:cNvPr id="0" name=""/>
        <dsp:cNvSpPr/>
      </dsp:nvSpPr>
      <dsp:spPr>
        <a:xfrm>
          <a:off x="7858422" y="1546"/>
          <a:ext cx="2327671" cy="1396603"/>
        </a:xfrm>
        <a:prstGeom prst="rect">
          <a:avLst/>
        </a:prstGeom>
        <a:solidFill>
          <a:schemeClr val="accent4">
            <a:lumMod val="20000"/>
            <a:lumOff val="8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4E342E"/>
              </a:solidFill>
            </a:rPr>
            <a:t>Cancellation Rate</a:t>
          </a:r>
        </a:p>
        <a:p>
          <a:pPr marL="0" lvl="0" indent="0" algn="ctr" defTabSz="889000">
            <a:lnSpc>
              <a:spcPct val="90000"/>
            </a:lnSpc>
            <a:spcBef>
              <a:spcPct val="0"/>
            </a:spcBef>
            <a:spcAft>
              <a:spcPct val="35000"/>
            </a:spcAft>
            <a:buNone/>
          </a:pPr>
          <a:r>
            <a:rPr lang="en-US" sz="2000" b="1" kern="1200" dirty="0">
              <a:solidFill>
                <a:srgbClr val="4E342E"/>
              </a:solidFill>
            </a:rPr>
            <a:t>8.07%</a:t>
          </a:r>
        </a:p>
        <a:p>
          <a:pPr marL="0" lvl="0" indent="0" algn="ctr" defTabSz="889000">
            <a:lnSpc>
              <a:spcPct val="90000"/>
            </a:lnSpc>
            <a:spcBef>
              <a:spcPct val="0"/>
            </a:spcBef>
            <a:spcAft>
              <a:spcPct val="35000"/>
            </a:spcAft>
            <a:buNone/>
          </a:pPr>
          <a:endParaRPr lang="en-US" sz="2000" kern="1200" dirty="0">
            <a:solidFill>
              <a:srgbClr val="4E342E"/>
            </a:solidFill>
          </a:endParaRPr>
        </a:p>
      </dsp:txBody>
      <dsp:txXfrm>
        <a:off x="7858422" y="1546"/>
        <a:ext cx="2327671" cy="1396603"/>
      </dsp:txXfrm>
    </dsp:sp>
    <dsp:sp modelId="{04441FBC-53D4-4EB5-9701-CAD536FE4D49}">
      <dsp:nvSpPr>
        <dsp:cNvPr id="0" name=""/>
        <dsp:cNvSpPr/>
      </dsp:nvSpPr>
      <dsp:spPr>
        <a:xfrm>
          <a:off x="4017764" y="1630917"/>
          <a:ext cx="2327671" cy="1396603"/>
        </a:xfrm>
        <a:prstGeom prst="rect">
          <a:avLst/>
        </a:prstGeom>
        <a:solidFill>
          <a:schemeClr val="accent4">
            <a:lumMod val="20000"/>
            <a:lumOff val="8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4E342E"/>
              </a:solidFill>
            </a:rPr>
            <a:t>Average Rating</a:t>
          </a:r>
        </a:p>
        <a:p>
          <a:pPr marL="0" lvl="0" indent="0" algn="ctr" defTabSz="889000">
            <a:lnSpc>
              <a:spcPct val="90000"/>
            </a:lnSpc>
            <a:spcBef>
              <a:spcPct val="0"/>
            </a:spcBef>
            <a:spcAft>
              <a:spcPct val="35000"/>
            </a:spcAft>
            <a:buNone/>
          </a:pPr>
          <a:r>
            <a:rPr lang="en-US" sz="2000" b="1" kern="1200" dirty="0">
              <a:solidFill>
                <a:srgbClr val="4E342E"/>
              </a:solidFill>
            </a:rPr>
            <a:t>3.04</a:t>
          </a:r>
        </a:p>
        <a:p>
          <a:pPr marL="0" lvl="0" indent="0" algn="ctr" defTabSz="889000">
            <a:lnSpc>
              <a:spcPct val="90000"/>
            </a:lnSpc>
            <a:spcBef>
              <a:spcPct val="0"/>
            </a:spcBef>
            <a:spcAft>
              <a:spcPct val="35000"/>
            </a:spcAft>
            <a:buNone/>
          </a:pPr>
          <a:endParaRPr lang="en-US" sz="2000" kern="1200" dirty="0">
            <a:solidFill>
              <a:srgbClr val="4E342E"/>
            </a:solidFill>
          </a:endParaRPr>
        </a:p>
      </dsp:txBody>
      <dsp:txXfrm>
        <a:off x="4017764" y="1630917"/>
        <a:ext cx="2327671" cy="139660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5/21/2026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83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5/21/2026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0B655-A344-49EB-A356-FC3F15C2ECA2}"/>
              </a:ext>
            </a:extLst>
          </p:cNvPr>
          <p:cNvSpPr>
            <a:spLocks noGrp="1"/>
          </p:cNvSpPr>
          <p:nvPr>
            <p:ph type="ctrTitle"/>
          </p:nvPr>
        </p:nvSpPr>
        <p:spPr>
          <a:xfrm>
            <a:off x="1751012" y="345291"/>
            <a:ext cx="8689976" cy="1596526"/>
          </a:xfrm>
        </p:spPr>
        <p:txBody>
          <a:bodyPr/>
          <a:lstStyle/>
          <a:p>
            <a:r>
              <a:rPr lang="en-US" dirty="0">
                <a:solidFill>
                  <a:srgbClr val="4E342E"/>
                </a:solidFill>
              </a:rPr>
              <a:t>Group 14</a:t>
            </a:r>
          </a:p>
        </p:txBody>
      </p:sp>
      <p:sp>
        <p:nvSpPr>
          <p:cNvPr id="3" name="Subtitle 2">
            <a:extLst>
              <a:ext uri="{FF2B5EF4-FFF2-40B4-BE49-F238E27FC236}">
                <a16:creationId xmlns:a16="http://schemas.microsoft.com/office/drawing/2014/main" id="{E81F8283-6937-49E8-ACC2-CCFEDDDE032E}"/>
              </a:ext>
            </a:extLst>
          </p:cNvPr>
          <p:cNvSpPr>
            <a:spLocks noGrp="1"/>
          </p:cNvSpPr>
          <p:nvPr>
            <p:ph type="subTitle" idx="1"/>
          </p:nvPr>
        </p:nvSpPr>
        <p:spPr>
          <a:xfrm>
            <a:off x="1751012" y="2393879"/>
            <a:ext cx="8689976" cy="3945281"/>
          </a:xfrm>
        </p:spPr>
        <p:txBody>
          <a:bodyPr>
            <a:normAutofit fontScale="92500" lnSpcReduction="10000"/>
          </a:bodyPr>
          <a:lstStyle/>
          <a:p>
            <a:pPr algn="l"/>
            <a:r>
              <a:rPr lang="en-US" sz="2400" b="1" dirty="0">
                <a:solidFill>
                  <a:srgbClr val="4E342E"/>
                </a:solidFill>
              </a:rPr>
              <a:t>Sharon NYABUTO </a:t>
            </a:r>
          </a:p>
          <a:p>
            <a:pPr algn="l"/>
            <a:r>
              <a:rPr lang="en-US" sz="2400" b="1" dirty="0">
                <a:solidFill>
                  <a:srgbClr val="4E342E"/>
                </a:solidFill>
              </a:rPr>
              <a:t>Clare MWANGI</a:t>
            </a:r>
          </a:p>
          <a:p>
            <a:pPr algn="l"/>
            <a:r>
              <a:rPr lang="en-US" sz="2400" b="1" dirty="0">
                <a:solidFill>
                  <a:srgbClr val="4E342E"/>
                </a:solidFill>
              </a:rPr>
              <a:t>Rita WANGILA</a:t>
            </a:r>
          </a:p>
          <a:p>
            <a:pPr algn="l"/>
            <a:r>
              <a:rPr lang="en-US" sz="2400" b="1" dirty="0" err="1">
                <a:solidFill>
                  <a:srgbClr val="4E342E"/>
                </a:solidFill>
              </a:rPr>
              <a:t>BenARD</a:t>
            </a:r>
            <a:r>
              <a:rPr lang="en-US" sz="2400" b="1" dirty="0">
                <a:solidFill>
                  <a:srgbClr val="4E342E"/>
                </a:solidFill>
              </a:rPr>
              <a:t> OTIENO</a:t>
            </a:r>
          </a:p>
          <a:p>
            <a:pPr algn="l"/>
            <a:r>
              <a:rPr lang="en-US" sz="2400" b="1" dirty="0">
                <a:solidFill>
                  <a:srgbClr val="4E342E"/>
                </a:solidFill>
              </a:rPr>
              <a:t>Grace MUNYI</a:t>
            </a:r>
          </a:p>
          <a:p>
            <a:pPr algn="l"/>
            <a:r>
              <a:rPr lang="en-US" sz="2400" b="1" dirty="0">
                <a:solidFill>
                  <a:srgbClr val="4E342E"/>
                </a:solidFill>
              </a:rPr>
              <a:t>Michael AKELLO</a:t>
            </a:r>
          </a:p>
          <a:p>
            <a:pPr algn="l"/>
            <a:r>
              <a:rPr lang="en-US" sz="2400" b="1" dirty="0">
                <a:solidFill>
                  <a:srgbClr val="4E342E"/>
                </a:solidFill>
              </a:rPr>
              <a:t>JOSEPH </a:t>
            </a:r>
            <a:r>
              <a:rPr lang="en-US" sz="2400" b="1" dirty="0" err="1">
                <a:solidFill>
                  <a:srgbClr val="4E342E"/>
                </a:solidFill>
              </a:rPr>
              <a:t>Amailuk</a:t>
            </a:r>
            <a:endParaRPr lang="en-US" sz="2400" b="1" dirty="0">
              <a:solidFill>
                <a:srgbClr val="4E342E"/>
              </a:solidFill>
            </a:endParaRPr>
          </a:p>
          <a:p>
            <a:pPr algn="l"/>
            <a:r>
              <a:rPr lang="en-US" sz="2400" b="1" dirty="0">
                <a:solidFill>
                  <a:srgbClr val="4E342E"/>
                </a:solidFill>
              </a:rPr>
              <a:t>Jeff OGANGA</a:t>
            </a:r>
          </a:p>
        </p:txBody>
      </p:sp>
    </p:spTree>
    <p:extLst>
      <p:ext uri="{BB962C8B-B14F-4D97-AF65-F5344CB8AC3E}">
        <p14:creationId xmlns:p14="http://schemas.microsoft.com/office/powerpoint/2010/main" val="3652765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433DB-FDB0-8B9C-DEC0-805D5CA2A2B5}"/>
              </a:ext>
            </a:extLst>
          </p:cNvPr>
          <p:cNvSpPr>
            <a:spLocks noGrp="1"/>
          </p:cNvSpPr>
          <p:nvPr>
            <p:ph type="title"/>
          </p:nvPr>
        </p:nvSpPr>
        <p:spPr/>
        <p:txBody>
          <a:bodyPr/>
          <a:lstStyle/>
          <a:p>
            <a:r>
              <a:rPr lang="en-US" dirty="0">
                <a:solidFill>
                  <a:srgbClr val="4E342E"/>
                </a:solidFill>
                <a:latin typeface="Arial" panose="020B0604020202020204" pitchFamily="34" charset="0"/>
                <a:ea typeface="Arial" panose="020B0604020202020204" pitchFamily="34" charset="0"/>
              </a:rPr>
              <a:t>TEMBO HOTEL &amp; SUITES</a:t>
            </a:r>
            <a:endParaRPr lang="en-KE" dirty="0">
              <a:solidFill>
                <a:srgbClr val="4E342E"/>
              </a:solidFill>
            </a:endParaRPr>
          </a:p>
        </p:txBody>
      </p:sp>
      <p:sp>
        <p:nvSpPr>
          <p:cNvPr id="3" name="Content Placeholder 2">
            <a:extLst>
              <a:ext uri="{FF2B5EF4-FFF2-40B4-BE49-F238E27FC236}">
                <a16:creationId xmlns:a16="http://schemas.microsoft.com/office/drawing/2014/main" id="{D5AE8D9E-F363-CCC0-5ADA-C36871C2B4AB}"/>
              </a:ext>
            </a:extLst>
          </p:cNvPr>
          <p:cNvSpPr>
            <a:spLocks noGrp="1"/>
          </p:cNvSpPr>
          <p:nvPr>
            <p:ph sz="quarter" idx="13"/>
          </p:nvPr>
        </p:nvSpPr>
        <p:spPr/>
        <p:txBody>
          <a:bodyPr/>
          <a:lstStyle/>
          <a:p>
            <a:pPr marL="0" indent="0" algn="ctr">
              <a:buNone/>
            </a:pPr>
            <a:r>
              <a:rPr lang="en-US" dirty="0">
                <a:solidFill>
                  <a:srgbClr val="4E342E"/>
                </a:solidFill>
              </a:rPr>
              <a:t>PERFORMANCE REPORT </a:t>
            </a:r>
          </a:p>
          <a:p>
            <a:pPr marL="0" indent="0">
              <a:buNone/>
            </a:pPr>
            <a:r>
              <a:rPr lang="en-US" cap="none" dirty="0">
                <a:solidFill>
                  <a:srgbClr val="4E342E"/>
                </a:solidFill>
              </a:rPr>
              <a:t>This report bridges this existing business intelligence gap by processing the data and providing insights regarding room profitability, seasonal trends, staff performance and guest satisfaction to drive high-impact business decisions.</a:t>
            </a:r>
          </a:p>
          <a:p>
            <a:pPr marL="0" indent="0">
              <a:buNone/>
            </a:pPr>
            <a:endParaRPr lang="en-KE" dirty="0"/>
          </a:p>
        </p:txBody>
      </p:sp>
    </p:spTree>
    <p:extLst>
      <p:ext uri="{BB962C8B-B14F-4D97-AF65-F5344CB8AC3E}">
        <p14:creationId xmlns:p14="http://schemas.microsoft.com/office/powerpoint/2010/main" val="2398584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39B8D-34E7-4E0D-81EF-795702550DCF}"/>
              </a:ext>
            </a:extLst>
          </p:cNvPr>
          <p:cNvSpPr>
            <a:spLocks noGrp="1"/>
          </p:cNvSpPr>
          <p:nvPr>
            <p:ph type="title"/>
          </p:nvPr>
        </p:nvSpPr>
        <p:spPr>
          <a:xfrm>
            <a:off x="913775" y="618517"/>
            <a:ext cx="10364451" cy="1200123"/>
          </a:xfrm>
        </p:spPr>
        <p:txBody>
          <a:bodyPr/>
          <a:lstStyle/>
          <a:p>
            <a:r>
              <a:rPr lang="en-US" sz="3600" dirty="0">
                <a:solidFill>
                  <a:srgbClr val="4E342E"/>
                </a:solidFill>
                <a:effectLst/>
                <a:latin typeface="Arial" panose="020B0604020202020204" pitchFamily="34" charset="0"/>
                <a:ea typeface="Arial" panose="020B0604020202020204" pitchFamily="34" charset="0"/>
              </a:rPr>
              <a:t>TEMBO HOTEL &amp; SUITES </a:t>
            </a:r>
            <a:br>
              <a:rPr lang="en-US" sz="3600" dirty="0">
                <a:effectLst/>
                <a:latin typeface="Arial" panose="020B0604020202020204" pitchFamily="34" charset="0"/>
                <a:ea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D01DD072-43A1-42F2-B1BA-5EF8EC2FED8E}"/>
              </a:ext>
            </a:extLst>
          </p:cNvPr>
          <p:cNvSpPr>
            <a:spLocks noGrp="1"/>
          </p:cNvSpPr>
          <p:nvPr>
            <p:ph sz="quarter" idx="13"/>
          </p:nvPr>
        </p:nvSpPr>
        <p:spPr>
          <a:xfrm>
            <a:off x="842654" y="1818641"/>
            <a:ext cx="10363826" cy="2570480"/>
          </a:xfrm>
        </p:spPr>
        <p:txBody>
          <a:bodyPr>
            <a:normAutofit/>
          </a:bodyPr>
          <a:lstStyle/>
          <a:p>
            <a:pPr marL="0" indent="0" algn="ctr">
              <a:buNone/>
            </a:pPr>
            <a:r>
              <a:rPr lang="en-US" sz="1800" b="1" dirty="0">
                <a:solidFill>
                  <a:srgbClr val="4E342E"/>
                </a:solidFill>
                <a:effectLst/>
                <a:latin typeface="Arial" panose="020B0604020202020204" pitchFamily="34" charset="0"/>
                <a:ea typeface="Arial" panose="020B0604020202020204" pitchFamily="34" charset="0"/>
              </a:rPr>
              <a:t>THE PROBLEM</a:t>
            </a:r>
            <a:endParaRPr lang="en-US" sz="1800" b="1" dirty="0">
              <a:solidFill>
                <a:srgbClr val="4E342E"/>
              </a:solidFill>
              <a:effectLst/>
              <a:latin typeface="Times New Roman" panose="02020603050405020304" pitchFamily="18" charset="0"/>
              <a:ea typeface="Times New Roman" panose="02020603050405020304" pitchFamily="18" charset="0"/>
            </a:endParaRPr>
          </a:p>
          <a:p>
            <a:r>
              <a:rPr lang="en-US" cap="none" dirty="0">
                <a:solidFill>
                  <a:srgbClr val="4E342E"/>
                </a:solidFill>
              </a:rPr>
              <a:t>Tembo Hotel &amp; Suites </a:t>
            </a:r>
            <a:r>
              <a:rPr lang="en-KE" cap="none" dirty="0">
                <a:solidFill>
                  <a:srgbClr val="4E342E"/>
                </a:solidFill>
              </a:rPr>
              <a:t>has been running since 2023 and keeping records in a spreadsheet.</a:t>
            </a:r>
            <a:r>
              <a:rPr lang="en-US" cap="none" dirty="0">
                <a:solidFill>
                  <a:srgbClr val="4E342E"/>
                </a:solidFill>
              </a:rPr>
              <a:t> The management currently relies on fragmented, error-prone data that limit their ability to make operational and financial decisions.</a:t>
            </a:r>
          </a:p>
        </p:txBody>
      </p:sp>
    </p:spTree>
    <p:extLst>
      <p:ext uri="{BB962C8B-B14F-4D97-AF65-F5344CB8AC3E}">
        <p14:creationId xmlns:p14="http://schemas.microsoft.com/office/powerpoint/2010/main" val="1640256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7051C-DBFE-46BB-A187-49FC206E89F8}"/>
              </a:ext>
            </a:extLst>
          </p:cNvPr>
          <p:cNvSpPr>
            <a:spLocks noGrp="1"/>
          </p:cNvSpPr>
          <p:nvPr>
            <p:ph type="title"/>
          </p:nvPr>
        </p:nvSpPr>
        <p:spPr/>
        <p:txBody>
          <a:bodyPr/>
          <a:lstStyle/>
          <a:p>
            <a:r>
              <a:rPr lang="en-US" dirty="0">
                <a:solidFill>
                  <a:srgbClr val="4E342E"/>
                </a:solidFill>
              </a:rPr>
              <a:t>Dataset description</a:t>
            </a:r>
          </a:p>
        </p:txBody>
      </p:sp>
      <p:sp>
        <p:nvSpPr>
          <p:cNvPr id="3" name="Content Placeholder 2">
            <a:extLst>
              <a:ext uri="{FF2B5EF4-FFF2-40B4-BE49-F238E27FC236}">
                <a16:creationId xmlns:a16="http://schemas.microsoft.com/office/drawing/2014/main" id="{785C82B6-EB95-4291-AC6D-8EFF82D5A065}"/>
              </a:ext>
            </a:extLst>
          </p:cNvPr>
          <p:cNvSpPr>
            <a:spLocks noGrp="1"/>
          </p:cNvSpPr>
          <p:nvPr>
            <p:ph sz="quarter" idx="13"/>
          </p:nvPr>
        </p:nvSpPr>
        <p:spPr/>
        <p:txBody>
          <a:bodyPr/>
          <a:lstStyle/>
          <a:p>
            <a:pPr fontAlgn="base"/>
            <a:r>
              <a:rPr lang="en-US" b="1" cap="none" dirty="0">
                <a:solidFill>
                  <a:srgbClr val="4E342E"/>
                </a:solidFill>
              </a:rPr>
              <a:t>286 total records:</a:t>
            </a:r>
            <a:r>
              <a:rPr lang="en-US" cap="none" dirty="0">
                <a:solidFill>
                  <a:srgbClr val="4E342E"/>
                </a:solidFill>
              </a:rPr>
              <a:t> initial raw count from the provided CSV.</a:t>
            </a:r>
            <a:br>
              <a:rPr lang="en-US" cap="none" dirty="0">
                <a:solidFill>
                  <a:srgbClr val="4E342E"/>
                </a:solidFill>
              </a:rPr>
            </a:br>
            <a:r>
              <a:rPr lang="en-US" b="1" cap="none" dirty="0">
                <a:solidFill>
                  <a:srgbClr val="4E342E"/>
                </a:solidFill>
              </a:rPr>
              <a:t>Data quality issues:</a:t>
            </a:r>
            <a:r>
              <a:rPr lang="en-US" cap="none" dirty="0">
                <a:solidFill>
                  <a:srgbClr val="4E342E"/>
                </a:solidFill>
              </a:rPr>
              <a:t> over 22 input errors identified.</a:t>
            </a:r>
            <a:br>
              <a:rPr lang="en-US" cap="none" dirty="0">
                <a:solidFill>
                  <a:srgbClr val="4E342E"/>
                </a:solidFill>
              </a:rPr>
            </a:br>
            <a:r>
              <a:rPr lang="en-US" b="1" cap="none" dirty="0">
                <a:solidFill>
                  <a:srgbClr val="4E342E"/>
                </a:solidFill>
              </a:rPr>
              <a:t>Cleanup required:</a:t>
            </a:r>
            <a:r>
              <a:rPr lang="en-US" cap="none" dirty="0">
                <a:solidFill>
                  <a:srgbClr val="4E342E"/>
                </a:solidFill>
              </a:rPr>
              <a:t> significant gaps in data, mismatched formatting, and several duplicate entries that need to be removed before analysis.</a:t>
            </a:r>
          </a:p>
          <a:p>
            <a:endParaRPr lang="en-US" sz="1800" cap="none" dirty="0">
              <a:effectLst/>
              <a:latin typeface="Arial" panose="020B0604020202020204" pitchFamily="34" charset="0"/>
              <a:ea typeface="Arial" panose="020B0604020202020204" pitchFamily="34" charset="0"/>
            </a:endParaRPr>
          </a:p>
          <a:p>
            <a:endParaRPr lang="en-US" sz="1800" cap="none" dirty="0">
              <a:effectLst/>
              <a:latin typeface="Arial" panose="020B0604020202020204" pitchFamily="34" charset="0"/>
              <a:ea typeface="Arial" panose="020B0604020202020204" pitchFamily="34" charset="0"/>
            </a:endParaRPr>
          </a:p>
          <a:p>
            <a:endParaRPr lang="en-US" sz="1800" dirty="0">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481055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A911E254-2ACD-43AC-A820-8CBB17050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Picture 2">
            <a:extLst>
              <a:ext uri="{FF2B5EF4-FFF2-40B4-BE49-F238E27FC236}">
                <a16:creationId xmlns:a16="http://schemas.microsoft.com/office/drawing/2014/main" id="{5A5877A2-973E-4D6B-B2E1-C8B1C543740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59" name="Rounded Rectangle 13">
            <a:extLst>
              <a:ext uri="{FF2B5EF4-FFF2-40B4-BE49-F238E27FC236}">
                <a16:creationId xmlns:a16="http://schemas.microsoft.com/office/drawing/2014/main" id="{AE3D3859-5D0C-4E3E-8215-E246D3E2E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3" y="635245"/>
            <a:ext cx="6909478" cy="5613156"/>
          </a:xfrm>
          <a:prstGeom prst="roundRect">
            <a:avLst>
              <a:gd name="adj" fmla="val 2274"/>
            </a:avLst>
          </a:prstGeom>
          <a:solidFill>
            <a:srgbClr val="FFFFFF"/>
          </a:solid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06A2DDC-6C1E-7FFA-BF29-895ABEEDC0F0}"/>
              </a:ext>
            </a:extLst>
          </p:cNvPr>
          <p:cNvPicPr>
            <a:picLocks noChangeAspect="1"/>
          </p:cNvPicPr>
          <p:nvPr/>
        </p:nvPicPr>
        <p:blipFill>
          <a:blip r:embed="rId3"/>
          <a:stretch>
            <a:fillRect/>
          </a:stretch>
        </p:blipFill>
        <p:spPr>
          <a:xfrm>
            <a:off x="798993" y="971277"/>
            <a:ext cx="5865632" cy="1818343"/>
          </a:xfrm>
          <a:prstGeom prst="roundRect">
            <a:avLst>
              <a:gd name="adj" fmla="val 0"/>
            </a:avLst>
          </a:prstGeom>
          <a:ln w="82550" cap="sq">
            <a:noFill/>
            <a:miter lim="800000"/>
          </a:ln>
          <a:effectLst/>
        </p:spPr>
      </p:pic>
      <p:pic>
        <p:nvPicPr>
          <p:cNvPr id="9" name="Picture 8">
            <a:extLst>
              <a:ext uri="{FF2B5EF4-FFF2-40B4-BE49-F238E27FC236}">
                <a16:creationId xmlns:a16="http://schemas.microsoft.com/office/drawing/2014/main" id="{11270975-5A19-B68B-EB13-70E17D169361}"/>
              </a:ext>
            </a:extLst>
          </p:cNvPr>
          <p:cNvPicPr>
            <a:picLocks noChangeAspect="1"/>
          </p:cNvPicPr>
          <p:nvPr/>
        </p:nvPicPr>
        <p:blipFill>
          <a:blip r:embed="rId4"/>
          <a:stretch>
            <a:fillRect/>
          </a:stretch>
        </p:blipFill>
        <p:spPr>
          <a:xfrm>
            <a:off x="4100624" y="3628604"/>
            <a:ext cx="3452317" cy="879554"/>
          </a:xfrm>
          <a:prstGeom prst="roundRect">
            <a:avLst>
              <a:gd name="adj" fmla="val 0"/>
            </a:avLst>
          </a:prstGeom>
          <a:ln w="82550" cap="sq">
            <a:noFill/>
            <a:miter lim="800000"/>
          </a:ln>
          <a:effectLst/>
        </p:spPr>
      </p:pic>
      <p:pic>
        <p:nvPicPr>
          <p:cNvPr id="7" name="Picture 6">
            <a:extLst>
              <a:ext uri="{FF2B5EF4-FFF2-40B4-BE49-F238E27FC236}">
                <a16:creationId xmlns:a16="http://schemas.microsoft.com/office/drawing/2014/main" id="{C7C73454-8193-A3DF-EBA2-38B98A97D9A9}"/>
              </a:ext>
            </a:extLst>
          </p:cNvPr>
          <p:cNvPicPr>
            <a:picLocks noChangeAspect="1"/>
          </p:cNvPicPr>
          <p:nvPr/>
        </p:nvPicPr>
        <p:blipFill>
          <a:blip r:embed="rId5"/>
          <a:stretch>
            <a:fillRect/>
          </a:stretch>
        </p:blipFill>
        <p:spPr>
          <a:xfrm>
            <a:off x="649184" y="3520887"/>
            <a:ext cx="3209144" cy="1955239"/>
          </a:xfrm>
          <a:prstGeom prst="roundRect">
            <a:avLst>
              <a:gd name="adj" fmla="val 0"/>
            </a:avLst>
          </a:prstGeom>
          <a:ln w="82550" cap="sq">
            <a:noFill/>
            <a:miter lim="800000"/>
          </a:ln>
          <a:effectLst/>
        </p:spPr>
      </p:pic>
      <p:pic>
        <p:nvPicPr>
          <p:cNvPr id="11" name="Picture 10">
            <a:extLst>
              <a:ext uri="{FF2B5EF4-FFF2-40B4-BE49-F238E27FC236}">
                <a16:creationId xmlns:a16="http://schemas.microsoft.com/office/drawing/2014/main" id="{7AA45137-6602-D454-BBAB-1BA280013FA4}"/>
              </a:ext>
            </a:extLst>
          </p:cNvPr>
          <p:cNvPicPr>
            <a:picLocks noChangeAspect="1"/>
          </p:cNvPicPr>
          <p:nvPr/>
        </p:nvPicPr>
        <p:blipFill>
          <a:blip r:embed="rId6"/>
          <a:stretch>
            <a:fillRect/>
          </a:stretch>
        </p:blipFill>
        <p:spPr>
          <a:xfrm>
            <a:off x="4058820" y="4703626"/>
            <a:ext cx="3389093" cy="879554"/>
          </a:xfrm>
          <a:prstGeom prst="roundRect">
            <a:avLst>
              <a:gd name="adj" fmla="val 0"/>
            </a:avLst>
          </a:prstGeom>
          <a:ln w="82550" cap="sq">
            <a:noFill/>
            <a:miter lim="800000"/>
          </a:ln>
          <a:effectLst/>
        </p:spPr>
      </p:pic>
      <p:pic>
        <p:nvPicPr>
          <p:cNvPr id="61" name="Picture 60">
            <a:extLst>
              <a:ext uri="{FF2B5EF4-FFF2-40B4-BE49-F238E27FC236}">
                <a16:creationId xmlns:a16="http://schemas.microsoft.com/office/drawing/2014/main" id="{B673DE9B-32B1-488A-88A1-1CAF6E676F3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7">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6517543E-B0DA-443F-9615-B0572EEE3652}"/>
              </a:ext>
            </a:extLst>
          </p:cNvPr>
          <p:cNvSpPr>
            <a:spLocks noGrp="1"/>
          </p:cNvSpPr>
          <p:nvPr>
            <p:ph sz="quarter" idx="13"/>
          </p:nvPr>
        </p:nvSpPr>
        <p:spPr>
          <a:xfrm>
            <a:off x="8091377" y="2367092"/>
            <a:ext cx="3457159" cy="3881309"/>
          </a:xfrm>
        </p:spPr>
        <p:txBody>
          <a:bodyPr>
            <a:normAutofit/>
          </a:bodyPr>
          <a:lstStyle/>
          <a:p>
            <a:pPr marL="0" indent="0">
              <a:lnSpc>
                <a:spcPct val="110000"/>
              </a:lnSpc>
              <a:buNone/>
            </a:pPr>
            <a:r>
              <a:rPr lang="en-US" sz="1200" b="1" dirty="0">
                <a:solidFill>
                  <a:srgbClr val="4E342E"/>
                </a:solidFill>
                <a:effectLst/>
                <a:latin typeface="Arial" panose="020B0604020202020204" pitchFamily="34" charset="0"/>
                <a:ea typeface="Arial" panose="020B0604020202020204" pitchFamily="34" charset="0"/>
              </a:rPr>
              <a:t>3 of the most interesting problems fixed </a:t>
            </a:r>
          </a:p>
          <a:p>
            <a:pPr>
              <a:lnSpc>
                <a:spcPct val="110000"/>
              </a:lnSpc>
            </a:pPr>
            <a:r>
              <a:rPr lang="en-US" sz="1200" cap="none" dirty="0">
                <a:solidFill>
                  <a:srgbClr val="4E342E"/>
                </a:solidFill>
                <a:latin typeface="Arial" panose="020B0604020202020204" pitchFamily="34" charset="0"/>
                <a:ea typeface="Arial" panose="020B0604020202020204" pitchFamily="34" charset="0"/>
              </a:rPr>
              <a:t>Standardizing the date formats </a:t>
            </a:r>
          </a:p>
          <a:p>
            <a:pPr>
              <a:lnSpc>
                <a:spcPct val="110000"/>
              </a:lnSpc>
            </a:pPr>
            <a:endParaRPr lang="en-US" sz="1200" cap="none" dirty="0">
              <a:solidFill>
                <a:srgbClr val="4E342E"/>
              </a:solidFill>
              <a:latin typeface="Arial" panose="020B0604020202020204" pitchFamily="34" charset="0"/>
              <a:ea typeface="Arial" panose="020B0604020202020204" pitchFamily="34" charset="0"/>
            </a:endParaRPr>
          </a:p>
          <a:p>
            <a:pPr>
              <a:lnSpc>
                <a:spcPct val="110000"/>
              </a:lnSpc>
            </a:pPr>
            <a:r>
              <a:rPr lang="en-US" sz="1200" cap="none" dirty="0">
                <a:solidFill>
                  <a:srgbClr val="4E342E"/>
                </a:solidFill>
                <a:latin typeface="Arial" panose="020B0604020202020204" pitchFamily="34" charset="0"/>
                <a:ea typeface="Arial" panose="020B0604020202020204" pitchFamily="34" charset="0"/>
              </a:rPr>
              <a:t>Removing duplicate entries </a:t>
            </a:r>
          </a:p>
          <a:p>
            <a:pPr marL="0" indent="0">
              <a:lnSpc>
                <a:spcPct val="110000"/>
              </a:lnSpc>
              <a:buNone/>
            </a:pPr>
            <a:endParaRPr lang="en-US" sz="1200" cap="none" dirty="0">
              <a:solidFill>
                <a:srgbClr val="4E342E"/>
              </a:solidFill>
              <a:latin typeface="Arial" panose="020B0604020202020204" pitchFamily="34" charset="0"/>
              <a:ea typeface="Arial" panose="020B0604020202020204" pitchFamily="34" charset="0"/>
            </a:endParaRPr>
          </a:p>
          <a:p>
            <a:pPr>
              <a:lnSpc>
                <a:spcPct val="110000"/>
              </a:lnSpc>
            </a:pPr>
            <a:r>
              <a:rPr lang="en-US" sz="1200" cap="none" dirty="0">
                <a:solidFill>
                  <a:srgbClr val="4E342E"/>
                </a:solidFill>
                <a:latin typeface="Arial" panose="020B0604020202020204" pitchFamily="34" charset="0"/>
                <a:ea typeface="Arial" panose="020B0604020202020204" pitchFamily="34" charset="0"/>
              </a:rPr>
              <a:t>Replacing blank entries with ‘</a:t>
            </a:r>
            <a:r>
              <a:rPr lang="en-US" sz="1200" b="1" cap="none" dirty="0">
                <a:solidFill>
                  <a:srgbClr val="4E342E"/>
                </a:solidFill>
                <a:latin typeface="Arial" panose="020B0604020202020204" pitchFamily="34" charset="0"/>
                <a:ea typeface="Arial" panose="020B0604020202020204" pitchFamily="34" charset="0"/>
              </a:rPr>
              <a:t>null’</a:t>
            </a:r>
            <a:r>
              <a:rPr lang="en-US" sz="1200" cap="none" dirty="0">
                <a:solidFill>
                  <a:srgbClr val="4E342E"/>
                </a:solidFill>
                <a:latin typeface="Arial" panose="020B0604020202020204" pitchFamily="34" charset="0"/>
                <a:ea typeface="Arial" panose="020B0604020202020204" pitchFamily="34" charset="0"/>
              </a:rPr>
              <a:t> value for numeric data types and ‘</a:t>
            </a:r>
            <a:r>
              <a:rPr lang="en-US" sz="1200" b="1" cap="none" dirty="0">
                <a:solidFill>
                  <a:srgbClr val="4E342E"/>
                </a:solidFill>
                <a:latin typeface="Arial" panose="020B0604020202020204" pitchFamily="34" charset="0"/>
                <a:ea typeface="Arial" panose="020B0604020202020204" pitchFamily="34" charset="0"/>
              </a:rPr>
              <a:t>unknown’</a:t>
            </a:r>
            <a:r>
              <a:rPr lang="en-US" sz="1200" cap="none" dirty="0">
                <a:solidFill>
                  <a:srgbClr val="4E342E"/>
                </a:solidFill>
                <a:latin typeface="Arial" panose="020B0604020202020204" pitchFamily="34" charset="0"/>
                <a:ea typeface="Arial" panose="020B0604020202020204" pitchFamily="34" charset="0"/>
              </a:rPr>
              <a:t> for string data.</a:t>
            </a:r>
          </a:p>
          <a:p>
            <a:pPr>
              <a:lnSpc>
                <a:spcPct val="110000"/>
              </a:lnSpc>
            </a:pPr>
            <a:endParaRPr lang="en-US" sz="1200" cap="none" dirty="0">
              <a:effectLst/>
              <a:latin typeface="Arial" panose="020B0604020202020204" pitchFamily="34" charset="0"/>
              <a:ea typeface="Arial" panose="020B0604020202020204" pitchFamily="34" charset="0"/>
            </a:endParaRPr>
          </a:p>
          <a:p>
            <a:pPr>
              <a:lnSpc>
                <a:spcPct val="110000"/>
              </a:lnSpc>
            </a:pPr>
            <a:endParaRPr lang="en-US" sz="1200" cap="none" dirty="0">
              <a:latin typeface="Arial" panose="020B0604020202020204" pitchFamily="34" charset="0"/>
              <a:ea typeface="Arial" panose="020B0604020202020204" pitchFamily="34" charset="0"/>
            </a:endParaRPr>
          </a:p>
          <a:p>
            <a:pPr>
              <a:lnSpc>
                <a:spcPct val="110000"/>
              </a:lnSpc>
            </a:pPr>
            <a:endParaRPr lang="en-US" sz="1200" cap="none" dirty="0">
              <a:effectLst/>
              <a:latin typeface="Arial" panose="020B0604020202020204" pitchFamily="34" charset="0"/>
              <a:ea typeface="Arial" panose="020B0604020202020204" pitchFamily="34" charset="0"/>
            </a:endParaRPr>
          </a:p>
          <a:p>
            <a:pPr marL="0" indent="0">
              <a:lnSpc>
                <a:spcPct val="110000"/>
              </a:lnSpc>
              <a:buNone/>
            </a:pPr>
            <a:endParaRPr lang="en-US" sz="1200" cap="none" dirty="0">
              <a:effectLst/>
              <a:latin typeface="Arial" panose="020B0604020202020204" pitchFamily="34" charset="0"/>
              <a:ea typeface="Arial" panose="020B0604020202020204" pitchFamily="34" charset="0"/>
            </a:endParaRPr>
          </a:p>
          <a:p>
            <a:pPr>
              <a:lnSpc>
                <a:spcPct val="110000"/>
              </a:lnSpc>
            </a:pPr>
            <a:endParaRPr lang="en-US" sz="1200" cap="none" dirty="0">
              <a:latin typeface="Arial" panose="020B0604020202020204" pitchFamily="34" charset="0"/>
              <a:ea typeface="Arial" panose="020B0604020202020204" pitchFamily="34" charset="0"/>
            </a:endParaRPr>
          </a:p>
          <a:p>
            <a:pPr>
              <a:lnSpc>
                <a:spcPct val="110000"/>
              </a:lnSpc>
            </a:pPr>
            <a:endParaRPr lang="en-US" sz="1200" cap="none" dirty="0">
              <a:effectLst/>
              <a:latin typeface="Arial" panose="020B0604020202020204" pitchFamily="34" charset="0"/>
              <a:ea typeface="Arial" panose="020B0604020202020204" pitchFamily="34" charset="0"/>
            </a:endParaRPr>
          </a:p>
          <a:p>
            <a:pPr marL="0" indent="0">
              <a:lnSpc>
                <a:spcPct val="110000"/>
              </a:lnSpc>
              <a:buNone/>
            </a:pPr>
            <a:endParaRPr lang="en-US" sz="1200" cap="none" dirty="0">
              <a:effectLst/>
              <a:latin typeface="Arial" panose="020B0604020202020204" pitchFamily="34" charset="0"/>
              <a:ea typeface="Arial" panose="020B0604020202020204" pitchFamily="34" charset="0"/>
            </a:endParaRPr>
          </a:p>
          <a:p>
            <a:pPr>
              <a:lnSpc>
                <a:spcPct val="110000"/>
              </a:lnSpc>
            </a:pPr>
            <a:endParaRPr lang="en-US" sz="1200" dirty="0">
              <a:effectLst/>
              <a:latin typeface="Arial" panose="020B0604020202020204" pitchFamily="34" charset="0"/>
              <a:ea typeface="Arial" panose="020B0604020202020204" pitchFamily="34" charset="0"/>
            </a:endParaRPr>
          </a:p>
          <a:p>
            <a:pPr>
              <a:lnSpc>
                <a:spcPct val="110000"/>
              </a:lnSpc>
            </a:pPr>
            <a:endParaRPr lang="en-US" sz="1200" dirty="0"/>
          </a:p>
        </p:txBody>
      </p:sp>
      <p:sp>
        <p:nvSpPr>
          <p:cNvPr id="2" name="Title 1">
            <a:extLst>
              <a:ext uri="{FF2B5EF4-FFF2-40B4-BE49-F238E27FC236}">
                <a16:creationId xmlns:a16="http://schemas.microsoft.com/office/drawing/2014/main" id="{817300D2-363D-4E52-A86A-269B39FEE492}"/>
              </a:ext>
            </a:extLst>
          </p:cNvPr>
          <p:cNvSpPr>
            <a:spLocks noGrp="1"/>
          </p:cNvSpPr>
          <p:nvPr>
            <p:ph type="title"/>
          </p:nvPr>
        </p:nvSpPr>
        <p:spPr>
          <a:xfrm>
            <a:off x="7868094" y="640831"/>
            <a:ext cx="4323906" cy="1573863"/>
          </a:xfrm>
        </p:spPr>
        <p:txBody>
          <a:bodyPr>
            <a:normAutofit/>
          </a:bodyPr>
          <a:lstStyle/>
          <a:p>
            <a:pPr algn="l"/>
            <a:r>
              <a:rPr lang="en-US" sz="2800" dirty="0">
                <a:solidFill>
                  <a:srgbClr val="4E342E"/>
                </a:solidFill>
                <a:effectLst/>
                <a:latin typeface="Arial" panose="020B0604020202020204" pitchFamily="34" charset="0"/>
                <a:ea typeface="Arial" panose="020B0604020202020204" pitchFamily="34" charset="0"/>
              </a:rPr>
              <a:t>Data cleaning - walk through</a:t>
            </a:r>
            <a:endParaRPr lang="en-US" sz="2800" dirty="0">
              <a:solidFill>
                <a:srgbClr val="4E342E"/>
              </a:solidFill>
            </a:endParaRPr>
          </a:p>
        </p:txBody>
      </p:sp>
    </p:spTree>
    <p:extLst>
      <p:ext uri="{BB962C8B-B14F-4D97-AF65-F5344CB8AC3E}">
        <p14:creationId xmlns:p14="http://schemas.microsoft.com/office/powerpoint/2010/main" val="3140110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DEBDF-C82A-4B40-9FDA-B9E873A3FB01}"/>
              </a:ext>
            </a:extLst>
          </p:cNvPr>
          <p:cNvSpPr>
            <a:spLocks noGrp="1"/>
          </p:cNvSpPr>
          <p:nvPr>
            <p:ph type="title"/>
          </p:nvPr>
        </p:nvSpPr>
        <p:spPr>
          <a:xfrm>
            <a:off x="913775" y="618517"/>
            <a:ext cx="10364451" cy="1596177"/>
          </a:xfrm>
        </p:spPr>
        <p:txBody>
          <a:bodyPr>
            <a:normAutofit/>
          </a:bodyPr>
          <a:lstStyle/>
          <a:p>
            <a:pPr marL="0" marR="0">
              <a:spcBef>
                <a:spcPts val="300"/>
              </a:spcBef>
              <a:spcAft>
                <a:spcPts val="300"/>
              </a:spcAft>
            </a:pPr>
            <a:r>
              <a:rPr lang="en-US" dirty="0">
                <a:solidFill>
                  <a:srgbClr val="4E342E"/>
                </a:solidFill>
                <a:effectLst/>
                <a:latin typeface="Arial" panose="020B0604020202020204" pitchFamily="34" charset="0"/>
                <a:ea typeface="Arial" panose="020B0604020202020204" pitchFamily="34" charset="0"/>
              </a:rPr>
              <a:t>Key findings - Director's questions</a:t>
            </a:r>
            <a:endParaRPr lang="en-US" dirty="0">
              <a:solidFill>
                <a:srgbClr val="4E342E"/>
              </a:solidFill>
              <a:effectLst/>
              <a:latin typeface="Times New Roman" panose="02020603050405020304" pitchFamily="18" charset="0"/>
              <a:ea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32F16B7D-7C10-45CD-65E6-879F5A7BBF4E}"/>
              </a:ext>
            </a:extLst>
          </p:cNvPr>
          <p:cNvGraphicFramePr>
            <a:graphicFrameLocks noGrp="1"/>
          </p:cNvGraphicFramePr>
          <p:nvPr>
            <p:ph sz="quarter" idx="13"/>
            <p:extLst>
              <p:ext uri="{D42A27DB-BD31-4B8C-83A1-F6EECF244321}">
                <p14:modId xmlns:p14="http://schemas.microsoft.com/office/powerpoint/2010/main" val="1581188281"/>
              </p:ext>
            </p:extLst>
          </p:nvPr>
        </p:nvGraphicFramePr>
        <p:xfrm>
          <a:off x="914400" y="2532475"/>
          <a:ext cx="10363200" cy="30290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4519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7EBD3-6A9E-E20B-3731-94874DC77C2D}"/>
              </a:ext>
            </a:extLst>
          </p:cNvPr>
          <p:cNvSpPr>
            <a:spLocks noGrp="1"/>
          </p:cNvSpPr>
          <p:nvPr>
            <p:ph type="title"/>
          </p:nvPr>
        </p:nvSpPr>
        <p:spPr/>
        <p:txBody>
          <a:bodyPr/>
          <a:lstStyle/>
          <a:p>
            <a:r>
              <a:rPr lang="en-US" dirty="0">
                <a:solidFill>
                  <a:srgbClr val="4E342E"/>
                </a:solidFill>
                <a:latin typeface="Arial" panose="020B0604020202020204" pitchFamily="34" charset="0"/>
                <a:ea typeface="Arial" panose="020B0604020202020204" pitchFamily="34" charset="0"/>
              </a:rPr>
              <a:t>Key findings - Director's questions</a:t>
            </a:r>
            <a:endParaRPr lang="en-KE" dirty="0">
              <a:solidFill>
                <a:srgbClr val="4E342E"/>
              </a:solidFill>
            </a:endParaRPr>
          </a:p>
        </p:txBody>
      </p:sp>
      <p:sp>
        <p:nvSpPr>
          <p:cNvPr id="3" name="Content Placeholder 2">
            <a:extLst>
              <a:ext uri="{FF2B5EF4-FFF2-40B4-BE49-F238E27FC236}">
                <a16:creationId xmlns:a16="http://schemas.microsoft.com/office/drawing/2014/main" id="{5629CD50-D47C-5FA5-DDE5-AF86A12F2A7F}"/>
              </a:ext>
            </a:extLst>
          </p:cNvPr>
          <p:cNvSpPr>
            <a:spLocks noGrp="1"/>
          </p:cNvSpPr>
          <p:nvPr>
            <p:ph sz="quarter" idx="13"/>
          </p:nvPr>
        </p:nvSpPr>
        <p:spPr>
          <a:xfrm>
            <a:off x="913774" y="2367091"/>
            <a:ext cx="10363826" cy="4246359"/>
          </a:xfrm>
        </p:spPr>
        <p:txBody>
          <a:bodyPr>
            <a:normAutofit fontScale="70000" lnSpcReduction="20000"/>
          </a:bodyPr>
          <a:lstStyle/>
          <a:p>
            <a:pPr marL="0" indent="0">
              <a:buNone/>
            </a:pPr>
            <a:r>
              <a:rPr lang="en-US" b="1" i="1" cap="none" dirty="0">
                <a:solidFill>
                  <a:srgbClr val="4E342E"/>
                </a:solidFill>
              </a:rPr>
              <a:t>W</a:t>
            </a:r>
            <a:r>
              <a:rPr lang="en-KE" b="1" i="1" cap="none" dirty="0" err="1">
                <a:solidFill>
                  <a:srgbClr val="4E342E"/>
                </a:solidFill>
              </a:rPr>
              <a:t>hich</a:t>
            </a:r>
            <a:r>
              <a:rPr lang="en-KE" b="1" i="1" cap="none" dirty="0">
                <a:solidFill>
                  <a:srgbClr val="4E342E"/>
                </a:solidFill>
              </a:rPr>
              <a:t> rooms make us the most money</a:t>
            </a:r>
            <a:r>
              <a:rPr lang="en-US" b="1" i="1" cap="none" dirty="0">
                <a:solidFill>
                  <a:srgbClr val="4E342E"/>
                </a:solidFill>
              </a:rPr>
              <a:t>?</a:t>
            </a:r>
            <a:r>
              <a:rPr lang="en-KE" b="1" i="1" cap="none" dirty="0">
                <a:solidFill>
                  <a:srgbClr val="4E342E"/>
                </a:solidFill>
              </a:rPr>
              <a:t> </a:t>
            </a:r>
            <a:endParaRPr lang="en-US" b="1" i="1" cap="none" dirty="0">
              <a:solidFill>
                <a:srgbClr val="4E342E"/>
              </a:solidFill>
            </a:endParaRPr>
          </a:p>
          <a:p>
            <a:pPr marL="0" indent="0">
              <a:buNone/>
            </a:pPr>
            <a:r>
              <a:rPr lang="en-KE" cap="none" dirty="0">
                <a:solidFill>
                  <a:srgbClr val="4E342E"/>
                </a:solidFill>
              </a:rPr>
              <a:t>Suites</a:t>
            </a:r>
            <a:r>
              <a:rPr lang="en-US" cap="none" dirty="0">
                <a:solidFill>
                  <a:srgbClr val="4E342E"/>
                </a:solidFill>
              </a:rPr>
              <a:t> we</a:t>
            </a:r>
            <a:r>
              <a:rPr lang="en-KE" cap="none" dirty="0">
                <a:solidFill>
                  <a:srgbClr val="4E342E"/>
                </a:solidFill>
              </a:rPr>
              <a:t>re the top revenue generator at KES 2.42</a:t>
            </a:r>
            <a:r>
              <a:rPr lang="en-US" cap="none" dirty="0">
                <a:solidFill>
                  <a:srgbClr val="4E342E"/>
                </a:solidFill>
              </a:rPr>
              <a:t>M</a:t>
            </a:r>
            <a:r>
              <a:rPr lang="en-KE" cap="none" dirty="0">
                <a:solidFill>
                  <a:srgbClr val="4E342E"/>
                </a:solidFill>
              </a:rPr>
              <a:t> </a:t>
            </a:r>
            <a:r>
              <a:rPr lang="en-KE" b="1" cap="none" dirty="0">
                <a:solidFill>
                  <a:srgbClr val="4E342E"/>
                </a:solidFill>
              </a:rPr>
              <a:t>(28.5% of total)</a:t>
            </a:r>
            <a:r>
              <a:rPr lang="en-US" b="1" cap="none" dirty="0">
                <a:solidFill>
                  <a:srgbClr val="4E342E"/>
                </a:solidFill>
              </a:rPr>
              <a:t>.</a:t>
            </a:r>
            <a:r>
              <a:rPr lang="en-KE" cap="none" dirty="0">
                <a:solidFill>
                  <a:srgbClr val="4E342E"/>
                </a:solidFill>
              </a:rPr>
              <a:t> Deluxe rooms follow closely at </a:t>
            </a:r>
            <a:r>
              <a:rPr lang="en-KE" b="1" cap="none" dirty="0">
                <a:solidFill>
                  <a:srgbClr val="4E342E"/>
                </a:solidFill>
              </a:rPr>
              <a:t>KES 2.31m (27.3%)</a:t>
            </a:r>
            <a:endParaRPr lang="en-KE" cap="none" dirty="0">
              <a:solidFill>
                <a:srgbClr val="4E342E"/>
              </a:solidFill>
            </a:endParaRPr>
          </a:p>
          <a:p>
            <a:pPr marL="0" indent="0">
              <a:buNone/>
            </a:pPr>
            <a:r>
              <a:rPr lang="en-KE" cap="none" dirty="0">
                <a:solidFill>
                  <a:srgbClr val="4E342E"/>
                </a:solidFill>
              </a:rPr>
              <a:t>Revenue </a:t>
            </a:r>
            <a:r>
              <a:rPr lang="en-US" cap="none" dirty="0">
                <a:solidFill>
                  <a:srgbClr val="4E342E"/>
                </a:solidFill>
              </a:rPr>
              <a:t>was </a:t>
            </a:r>
            <a:r>
              <a:rPr lang="en-KE" cap="none" dirty="0">
                <a:solidFill>
                  <a:srgbClr val="4E342E"/>
                </a:solidFill>
              </a:rPr>
              <a:t>relatively well-distributed across all four room types</a:t>
            </a:r>
            <a:r>
              <a:rPr lang="en-US" cap="none" dirty="0">
                <a:solidFill>
                  <a:srgbClr val="4E342E"/>
                </a:solidFill>
              </a:rPr>
              <a:t>, with t</a:t>
            </a:r>
            <a:r>
              <a:rPr lang="en-KE" cap="none" dirty="0">
                <a:solidFill>
                  <a:srgbClr val="4E342E"/>
                </a:solidFill>
              </a:rPr>
              <a:t>he gap between highest and lowest </a:t>
            </a:r>
            <a:r>
              <a:rPr lang="en-KE" b="1" cap="none" dirty="0">
                <a:solidFill>
                  <a:srgbClr val="4E342E"/>
                </a:solidFill>
              </a:rPr>
              <a:t>KES 623,500</a:t>
            </a:r>
            <a:endParaRPr lang="en-US" i="1" cap="none" dirty="0">
              <a:solidFill>
                <a:srgbClr val="4E342E"/>
              </a:solidFill>
            </a:endParaRPr>
          </a:p>
          <a:p>
            <a:r>
              <a:rPr lang="en-KE" b="1" i="1" cap="none" dirty="0">
                <a:solidFill>
                  <a:srgbClr val="4E342E"/>
                </a:solidFill>
              </a:rPr>
              <a:t>which months are busiest, </a:t>
            </a:r>
            <a:endParaRPr lang="en-US" b="1" i="1" cap="none" dirty="0">
              <a:solidFill>
                <a:srgbClr val="4E342E"/>
              </a:solidFill>
            </a:endParaRPr>
          </a:p>
          <a:p>
            <a:r>
              <a:rPr lang="en-US" b="1" cap="none" dirty="0">
                <a:solidFill>
                  <a:srgbClr val="4E342E"/>
                </a:solidFill>
              </a:rPr>
              <a:t>September, November </a:t>
            </a:r>
            <a:r>
              <a:rPr lang="en-US" cap="none" dirty="0">
                <a:solidFill>
                  <a:srgbClr val="4E342E"/>
                </a:solidFill>
              </a:rPr>
              <a:t>and </a:t>
            </a:r>
            <a:r>
              <a:rPr lang="en-US" b="1" cap="none" dirty="0">
                <a:solidFill>
                  <a:srgbClr val="4E342E"/>
                </a:solidFill>
              </a:rPr>
              <a:t>December</a:t>
            </a:r>
            <a:r>
              <a:rPr lang="en-US" cap="none" dirty="0">
                <a:solidFill>
                  <a:srgbClr val="4E342E"/>
                </a:solidFill>
              </a:rPr>
              <a:t> are the busiest months, and they are the highest revenue generators. The quietest month is </a:t>
            </a:r>
            <a:r>
              <a:rPr lang="en-US" b="1" cap="none" dirty="0">
                <a:solidFill>
                  <a:srgbClr val="4E342E"/>
                </a:solidFill>
              </a:rPr>
              <a:t>May</a:t>
            </a:r>
          </a:p>
          <a:p>
            <a:r>
              <a:rPr lang="en-US" b="1" cap="none" dirty="0">
                <a:solidFill>
                  <a:srgbClr val="4E342E"/>
                </a:solidFill>
              </a:rPr>
              <a:t>Staff Performance</a:t>
            </a:r>
            <a:endParaRPr lang="en-US" b="1" i="1" cap="none" dirty="0">
              <a:solidFill>
                <a:srgbClr val="4E342E"/>
              </a:solidFill>
            </a:endParaRPr>
          </a:p>
          <a:p>
            <a:r>
              <a:rPr lang="en-US" i="1" cap="none" dirty="0">
                <a:solidFill>
                  <a:srgbClr val="4E342E"/>
                </a:solidFill>
              </a:rPr>
              <a:t>Front desk was the highest earning, generating Kes 2.34 Million in revenue. Kevin Omondi and Brenda Achieng were the staff in this department. Joy Otieno was the best performing staff, generating a total revenue of Kes 1.37Million. </a:t>
            </a:r>
          </a:p>
          <a:p>
            <a:r>
              <a:rPr lang="en-US" b="1" i="1" cap="none" dirty="0">
                <a:solidFill>
                  <a:srgbClr val="4E342E"/>
                </a:solidFill>
              </a:rPr>
              <a:t>Guest Satisfaction</a:t>
            </a:r>
          </a:p>
          <a:p>
            <a:pPr fontAlgn="base"/>
            <a:r>
              <a:rPr lang="en-US" cap="none" dirty="0">
                <a:solidFill>
                  <a:srgbClr val="4E342E"/>
                </a:solidFill>
              </a:rPr>
              <a:t>Feedback shows a moderate happiness level, with guests rating their stay at an average of </a:t>
            </a:r>
            <a:r>
              <a:rPr lang="en-US" b="1" cap="none" dirty="0">
                <a:solidFill>
                  <a:srgbClr val="4E342E"/>
                </a:solidFill>
              </a:rPr>
              <a:t>3 out of 5</a:t>
            </a:r>
            <a:r>
              <a:rPr lang="en-US" cap="none" dirty="0">
                <a:solidFill>
                  <a:srgbClr val="4E342E"/>
                </a:solidFill>
              </a:rPr>
              <a:t>. Customer spending remains steady year-round, showing little change between peak and off-peak seasons. Conference rooms were our biggest revenue driver, suggesting high demand and satisfaction with our business services.</a:t>
            </a:r>
          </a:p>
          <a:p>
            <a:endParaRPr lang="en-KE" cap="none" dirty="0"/>
          </a:p>
          <a:p>
            <a:endParaRPr lang="en-KE" dirty="0"/>
          </a:p>
        </p:txBody>
      </p:sp>
    </p:spTree>
    <p:extLst>
      <p:ext uri="{BB962C8B-B14F-4D97-AF65-F5344CB8AC3E}">
        <p14:creationId xmlns:p14="http://schemas.microsoft.com/office/powerpoint/2010/main" val="2048227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00216-DDDF-4BC3-A84C-83AD55DD3D28}"/>
              </a:ext>
            </a:extLst>
          </p:cNvPr>
          <p:cNvSpPr>
            <a:spLocks noGrp="1"/>
          </p:cNvSpPr>
          <p:nvPr>
            <p:ph type="title"/>
          </p:nvPr>
        </p:nvSpPr>
        <p:spPr>
          <a:xfrm>
            <a:off x="913775" y="618518"/>
            <a:ext cx="10364451" cy="1178384"/>
          </a:xfrm>
        </p:spPr>
        <p:txBody>
          <a:bodyPr>
            <a:normAutofit/>
          </a:bodyPr>
          <a:lstStyle/>
          <a:p>
            <a:r>
              <a:rPr lang="en-US" sz="2800" b="1" dirty="0">
                <a:solidFill>
                  <a:srgbClr val="4E342E"/>
                </a:solidFill>
                <a:effectLst/>
                <a:latin typeface="Arial" panose="020B0604020202020204" pitchFamily="34" charset="0"/>
                <a:ea typeface="Arial" panose="020B0604020202020204" pitchFamily="34" charset="0"/>
              </a:rPr>
              <a:t>Recommendations - based on your data</a:t>
            </a:r>
            <a:endParaRPr lang="en-US" sz="4800" b="1" dirty="0">
              <a:solidFill>
                <a:srgbClr val="4E342E"/>
              </a:solidFill>
            </a:endParaRPr>
          </a:p>
        </p:txBody>
      </p:sp>
      <p:sp>
        <p:nvSpPr>
          <p:cNvPr id="3" name="Content Placeholder 2">
            <a:extLst>
              <a:ext uri="{FF2B5EF4-FFF2-40B4-BE49-F238E27FC236}">
                <a16:creationId xmlns:a16="http://schemas.microsoft.com/office/drawing/2014/main" id="{48B988BF-4C4C-4B38-B660-AF71AFE957DD}"/>
              </a:ext>
            </a:extLst>
          </p:cNvPr>
          <p:cNvSpPr>
            <a:spLocks noGrp="1"/>
          </p:cNvSpPr>
          <p:nvPr>
            <p:ph sz="quarter" idx="13"/>
          </p:nvPr>
        </p:nvSpPr>
        <p:spPr>
          <a:xfrm>
            <a:off x="913774" y="1967024"/>
            <a:ext cx="10363826" cy="3824175"/>
          </a:xfrm>
        </p:spPr>
        <p:txBody>
          <a:bodyPr>
            <a:normAutofit lnSpcReduction="10000"/>
          </a:bodyPr>
          <a:lstStyle/>
          <a:p>
            <a:pPr marL="0" indent="0">
              <a:buNone/>
            </a:pPr>
            <a:r>
              <a:rPr lang="en-KE" cap="none" dirty="0">
                <a:solidFill>
                  <a:srgbClr val="4E342E"/>
                </a:solidFill>
              </a:rPr>
              <a:t>Based on the analysis, we recommend the following actions:</a:t>
            </a:r>
          </a:p>
          <a:p>
            <a:r>
              <a:rPr lang="en-KE" cap="none" dirty="0">
                <a:solidFill>
                  <a:srgbClr val="4E342E"/>
                </a:solidFill>
              </a:rPr>
              <a:t> Increase penthouse marketing highest revenue per booking but lowest volume</a:t>
            </a:r>
          </a:p>
          <a:p>
            <a:r>
              <a:rPr lang="en-KE" cap="none" dirty="0">
                <a:solidFill>
                  <a:srgbClr val="4E342E"/>
                </a:solidFill>
              </a:rPr>
              <a:t>Target Q4 weakness - October is the quietest month; introduce promotions.</a:t>
            </a:r>
          </a:p>
          <a:p>
            <a:r>
              <a:rPr lang="en-KE" cap="none" dirty="0">
                <a:solidFill>
                  <a:srgbClr val="4E342E"/>
                </a:solidFill>
              </a:rPr>
              <a:t>Implement penthouse deposit policy 20% cancellation rate requires mandatory prepayment</a:t>
            </a:r>
          </a:p>
          <a:p>
            <a:r>
              <a:rPr lang="en-KE" cap="none" dirty="0">
                <a:solidFill>
                  <a:srgbClr val="4E342E"/>
                </a:solidFill>
              </a:rPr>
              <a:t>Update the</a:t>
            </a:r>
            <a:r>
              <a:rPr lang="en-KE" b="1" cap="none" dirty="0">
                <a:solidFill>
                  <a:srgbClr val="4E342E"/>
                </a:solidFill>
              </a:rPr>
              <a:t> "unknown" city records</a:t>
            </a:r>
            <a:r>
              <a:rPr lang="en-KE" cap="none" dirty="0">
                <a:solidFill>
                  <a:srgbClr val="4E342E"/>
                </a:solidFill>
              </a:rPr>
              <a:t> to better understand geographic spread and enable targeted marketing to expand reach across the country, focusing on underrepresented such as the coastal region.</a:t>
            </a:r>
          </a:p>
          <a:p>
            <a:r>
              <a:rPr lang="en-KE" cap="none" dirty="0">
                <a:solidFill>
                  <a:srgbClr val="4E342E"/>
                </a:solidFill>
              </a:rPr>
              <a:t>Recognize top performers, using their workflow as a benchmark for staff training. Gathering his insights will help identify best practices and improve overall team performance.</a:t>
            </a:r>
          </a:p>
          <a:p>
            <a:endParaRPr lang="en-US" dirty="0"/>
          </a:p>
        </p:txBody>
      </p:sp>
    </p:spTree>
    <p:extLst>
      <p:ext uri="{BB962C8B-B14F-4D97-AF65-F5344CB8AC3E}">
        <p14:creationId xmlns:p14="http://schemas.microsoft.com/office/powerpoint/2010/main" val="174173516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4EDD607-FCD3-46D6-82FF-A8F309ABA5C8}">
  <we:reference id="wa200010725" version="1.0.0.1" store="en-US" storeType="OMEX"/>
  <we:alternateReferences>
    <we:reference id="wa200010725" version="1.0.0.1" store="" storeType="OMEX"/>
  </we:alternateReferences>
  <we:properties>
    <we:property name="claude.fileId" value="&quot;0db070dd-08c1-4c17-83c9-2af18cb14ed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{7DFD8195-0FE6-4954-90BC-CF6A2265F673}TF62d0d592-7ac2-4846-a919-75806e8bead49553d537-f813ce055067</Template>
  <TotalTime>385</TotalTime>
  <Words>514</Words>
  <Application>Microsoft Office PowerPoint</Application>
  <PresentationFormat>Widescreen</PresentationFormat>
  <Paragraphs>60</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Times New Roman</vt:lpstr>
      <vt:lpstr>Tw Cen MT</vt:lpstr>
      <vt:lpstr>Droplet</vt:lpstr>
      <vt:lpstr>Group 14</vt:lpstr>
      <vt:lpstr>TEMBO HOTEL &amp; SUITES</vt:lpstr>
      <vt:lpstr>TEMBO HOTEL &amp; SUITES  </vt:lpstr>
      <vt:lpstr>Dataset description</vt:lpstr>
      <vt:lpstr>Data cleaning - walk through</vt:lpstr>
      <vt:lpstr>Key findings - Director's questions</vt:lpstr>
      <vt:lpstr>Key findings - Director's questions</vt:lpstr>
      <vt:lpstr>Recommendations - based on your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title</dc:title>
  <dc:creator>amailuk jay</dc:creator>
  <cp:lastModifiedBy>_ Nyabuto</cp:lastModifiedBy>
  <cp:revision>3</cp:revision>
  <dcterms:created xsi:type="dcterms:W3CDTF">2026-04-30T18:24:14Z</dcterms:created>
  <dcterms:modified xsi:type="dcterms:W3CDTF">2026-05-21T17:16:15Z</dcterms:modified>
</cp:coreProperties>
</file>